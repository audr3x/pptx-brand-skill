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13</c:v>
                </c:pt>
                <c:pt idx="3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Gradient and smile come from the Title Slide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Title layout. Title is drawn in the open field beside the 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and Content layout. Bullets use the layout list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Half-width title on the left. Numbered items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Only layout plus an on-brand table in the content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chart using Water Cooler then Lunch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Bumper Slide. Centered smile on Ink. Optional Paper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Planning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deck for the Workday PPTX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What we will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One idea per slide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Six bullets at most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palette first, secondary colors rarely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Archivo for titles, Archivo Light for body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Leave the footer band clear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agreements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Frame the problem, the users, and the outcome before anything is built.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Ship a thin slice, review it with the team, and keep the scope honest.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Adopt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Train the people who will run it and measure whether they actually use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Owner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Discover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Research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Product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progress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Adopt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Operations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workshop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