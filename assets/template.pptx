
<file path=[Content_Types].xml><?xml version="1.0" encoding="utf-8"?>
<ns0:Types xmlns:ns0="http://schemas.openxmlformats.org/package/2006/content-types">
  <ns0:Default Extension="jpeg" ContentType="image/jpeg"/>
  <ns0:Default Extension="png" ContentType="image/png"/>
  <ns0:Default Extension="rels" ContentType="application/vnd.openxmlformats-package.relationships+xml"/>
  <ns0:Default Extension="xml" ContentType="application/xml"/>
  <ns0:Override PartName="/docProps/app.xml" ContentType="application/vnd.openxmlformats-officedocument.extended-properties+xml"/>
  <ns0:Override PartName="/docProps/core.xml" ContentType="application/vnd.openxmlformats-package.core-properties+xml"/>
  <ns0:Override PartName="/docProps/custom.xml" ContentType="application/vnd.openxmlformats-officedocument.custom-properties+xml"/>
  <ns0:Override PartName="/ppt/handoutMasters/handoutMaster1.xml" ContentType="application/vnd.openxmlformats-officedocument.presentationml.handoutMaster+xml"/>
  <ns0:Override PartName="/ppt/media/image1.svg" ContentType="image/svg+xml"/>
  <ns0:Override PartName="/ppt/media/image3.svg" ContentType="image/svg+xml"/>
  <ns0:Override PartName="/ppt/media/image4.svg" ContentType="image/svg+xml"/>
  <ns0:Override PartName="/ppt/media/image5.svg" ContentType="image/svg+xml"/>
  <ns0:Override PartName="/ppt/notesMasters/notesMaster1.xml" ContentType="application/vnd.openxmlformats-officedocument.presentationml.notesMaster+xml"/>
  <ns0:Override PartName="/ppt/presProps.xml" ContentType="application/vnd.openxmlformats-officedocument.presentationml.presProps+xml"/>
  <ns0:Override PartName="/ppt/presentation.xml" ContentType="application/vnd.openxmlformats-officedocument.presentationml.presentation.main+xml"/>
  <ns0:Override PartName="/ppt/slideLayouts/slideLayout1.xml" ContentType="application/vnd.openxmlformats-officedocument.presentationml.slideLayout+xml"/>
  <ns0:Override PartName="/ppt/slideLayouts/slideLayout10.xml" ContentType="application/vnd.openxmlformats-officedocument.presentationml.slideLayout+xml"/>
  <ns0:Override PartName="/ppt/slideLayouts/slideLayout11.xml" ContentType="application/vnd.openxmlformats-officedocument.presentationml.slideLayout+xml"/>
  <ns0:Override PartName="/ppt/slideLayouts/slideLayout12.xml" ContentType="application/vnd.openxmlformats-officedocument.presentationml.slideLayout+xml"/>
  <ns0:Override PartName="/ppt/slideLayouts/slideLayout13.xml" ContentType="application/vnd.openxmlformats-officedocument.presentationml.slideLayout+xml"/>
  <ns0:Override PartName="/ppt/slideLayouts/slideLayout14.xml" ContentType="application/vnd.openxmlformats-officedocument.presentationml.slideLayout+xml"/>
  <ns0:Override PartName="/ppt/slideLayouts/slideLayout15.xml" ContentType="application/vnd.openxmlformats-officedocument.presentationml.slideLayout+xml"/>
  <ns0:Override PartName="/ppt/slideLayouts/slideLayout2.xml" ContentType="application/vnd.openxmlformats-officedocument.presentationml.slideLayout+xml"/>
  <ns0:Override PartName="/ppt/slideLayouts/slideLayout3.xml" ContentType="application/vnd.openxmlformats-officedocument.presentationml.slideLayout+xml"/>
  <ns0:Override PartName="/ppt/slideLayouts/slideLayout4.xml" ContentType="application/vnd.openxmlformats-officedocument.presentationml.slideLayout+xml"/>
  <ns0:Override PartName="/ppt/slideLayouts/slideLayout5.xml" ContentType="application/vnd.openxmlformats-officedocument.presentationml.slideLayout+xml"/>
  <ns0:Override PartName="/ppt/slideLayouts/slideLayout6.xml" ContentType="application/vnd.openxmlformats-officedocument.presentationml.slideLayout+xml"/>
  <ns0:Override PartName="/ppt/slideLayouts/slideLayout7.xml" ContentType="application/vnd.openxmlformats-officedocument.presentationml.slideLayout+xml"/>
  <ns0:Override PartName="/ppt/slideLayouts/slideLayout8.xml" ContentType="application/vnd.openxmlformats-officedocument.presentationml.slideLayout+xml"/>
  <ns0:Override PartName="/ppt/slideLayouts/slideLayout9.xml" ContentType="application/vnd.openxmlformats-officedocument.presentationml.slideLayout+xml"/>
  <ns0:Override PartName="/ppt/slideMasters/slideMaster1.xml" ContentType="application/vnd.openxmlformats-officedocument.presentationml.slideMaster+xml"/>
  <ns0:Override PartName="/ppt/tableStyles.xml" ContentType="application/vnd.openxmlformats-officedocument.presentationml.tableStyles+xml"/>
  <ns0:Override PartName="/ppt/theme/theme1.xml" ContentType="application/vnd.openxmlformats-officedocument.theme+xml"/>
  <ns0:Override PartName="/ppt/theme/theme2.xml" ContentType="application/vnd.openxmlformats-officedocument.theme+xml"/>
  <ns0:Override PartName="/ppt/theme/theme3.xml" ContentType="application/vnd.openxmlformats-officedocument.theme+xml"/>
  <ns0:Override PartName="/ppt/viewProps.xml" ContentType="application/vnd.openxmlformats-officedocument.presentationml.viewProps+xml"/>
</ns0: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/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?>
<ns0:Relationships xmlns:ns0="http://schemas.openxmlformats.org/package/2006/relationships"><ns0:Relationship Id="rId4" Type="http://schemas.openxmlformats.org/officeDocument/2006/relationships/slideMaster" Target="slideMasters/slideMaster1.xml" /><ns0:Relationship Id="rId20" Type="http://schemas.openxmlformats.org/officeDocument/2006/relationships/notesMaster" Target="notesMasters/notesMaster1.xml" /><ns0:Relationship Id="rId21" Type="http://schemas.openxmlformats.org/officeDocument/2006/relationships/handoutMaster" Target="handoutMasters/handoutMaster1.xml" /><ns0:Relationship Id="rId23" Type="http://schemas.openxmlformats.org/officeDocument/2006/relationships/presProps" Target="presProps.xml" /><ns0:Relationship Id="rId24" Type="http://schemas.openxmlformats.org/officeDocument/2006/relationships/viewProps" Target="viewProps.xml" /><ns0:Relationship Id="rId25" Type="http://schemas.openxmlformats.org/officeDocument/2006/relationships/theme" Target="theme/theme1.xml" /><ns0:Relationship Id="rId26" Type="http://schemas.openxmlformats.org/officeDocument/2006/relationships/tableStyles" Target="tableStyles.xml" /></ns0: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Workday Corporate Template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