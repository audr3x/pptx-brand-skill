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Meet your Workday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Proseware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March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5556" b="555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Dana Whitfield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Client Partner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Workday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8063" r="8063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Chicago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How Dana will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 90 day onboarding plan agreed in week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Introductions to support, training, and the user community.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 check-in every 2 weeks for the first quarter.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Welcome to Workday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your Workday team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