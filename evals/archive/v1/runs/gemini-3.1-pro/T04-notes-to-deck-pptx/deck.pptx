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Tailspin Toys finance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Workshop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Close process currently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Goal is to reduce close to 5 days by end of FY27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Workstream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Automate intercompany reconciliation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Priya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Standard chart of accounts across 4 entities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Daily cash dashboard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Lena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is $380k (pending CFO decision in December steering)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/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Phase 1 (Nov-Jan)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Recon and COA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Phase 2 (Feb-Apr)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COA rollout and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Phase 3 (May-Jun)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Hypercare and measure close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to send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to book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to draft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 finance 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