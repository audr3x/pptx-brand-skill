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xmlns:ns3="http://schemas.microsoft.com/office/powerpoint/2012/main" saveSubsetFonts="1" autoCompressPictures="0">
  <ns0:sldMasterIdLst>
    <ns0:sldMasterId id="2147483668" ns1:id="rId4"/>
  </ns0:sldMasterIdLst>
  <ns0:notesMasterIdLst>
    <ns0:notesMasterId ns1:id="rId20"/>
  </ns0:notesMasterIdLst>
  <ns0:handoutMasterIdLst>
    <ns0:handoutMasterId ns1:id="rId21"/>
  </ns0:handoutMasterIdLst>
  <ns0:sldIdLst>
    <ns0:sldId id="256" ns1:id="rId8"/>
    <ns0:sldId id="257" ns1:id="rId9"/>
    <ns0:sldId id="258" ns1:id="rId10"/>
    <ns0:sldId id="259" ns1:id="rId11"/>
  </ns0:sldIdLst>
  <ns0:sldSz cx="9144000" cy="5143500" type="screen16x9"/>
  <ns0:notesSz cx="6858000" cy="9144000"/>
  <ns0:defaultTextStyle>
    <ns2:defPPr>
      <ns2:defRPr lang="en-US"/>
    </ns2:defPPr>
    <ns2:lvl1pPr marL="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18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378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566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754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5943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132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320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509" algn="l" defTabSz="914378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  <ns0:extLst>
    <ns0:ext uri="{EFAFB233-063F-42B5-8137-9DF3F51BA10A}">
      <ns3:sldGuideLst>
        <ns3:guide id="1" userDrawn="1">
          <ns3:clr>
            <ns2:srgbClr val="A4A3A4"/>
          </ns3:clr>
        </ns3:guide>
        <ns3:guide id="2" pos="5760" userDrawn="1">
          <ns3:clr>
            <ns2:srgbClr val="A4A3A4"/>
          </ns3:clr>
        </ns3:guide>
        <ns3:guide id="3" pos="288" userDrawn="1">
          <ns3:clr>
            <ns2:srgbClr val="A4A3A4"/>
          </ns3:clr>
        </ns3:guide>
        <ns3:guide id="4" pos="677" userDrawn="1">
          <ns3:clr>
            <ns2:srgbClr val="A4A3A4"/>
          </ns3:clr>
        </ns3:guide>
        <ns3:guide id="5" pos="723" userDrawn="1">
          <ns3:clr>
            <ns2:srgbClr val="A4A3A4"/>
          </ns3:clr>
        </ns3:guide>
        <ns3:guide id="6" pos="1113" userDrawn="1">
          <ns3:clr>
            <ns2:srgbClr val="A4A3A4"/>
          </ns3:clr>
        </ns3:guide>
        <ns3:guide id="7" pos="1152" userDrawn="1">
          <ns3:clr>
            <ns2:srgbClr val="A4A3A4"/>
          </ns3:clr>
        </ns3:guide>
        <ns3:guide id="8" pos="1560" userDrawn="1">
          <ns3:clr>
            <ns2:srgbClr val="A4A3A4"/>
          </ns3:clr>
        </ns3:guide>
        <ns3:guide id="9" pos="1608" userDrawn="1">
          <ns3:clr>
            <ns2:srgbClr val="A4A3A4"/>
          </ns3:clr>
        </ns3:guide>
        <ns3:guide id="10" pos="1968" userDrawn="1">
          <ns3:clr>
            <ns2:srgbClr val="A4A3A4"/>
          </ns3:clr>
        </ns3:guide>
        <ns3:guide id="11" pos="2016" userDrawn="1">
          <ns3:clr>
            <ns2:srgbClr val="A4A3A4"/>
          </ns3:clr>
        </ns3:guide>
        <ns3:guide id="12" pos="2421" userDrawn="1">
          <ns3:clr>
            <ns2:srgbClr val="A4A3A4"/>
          </ns3:clr>
        </ns3:guide>
        <ns3:guide id="13" pos="2472" userDrawn="1">
          <ns3:clr>
            <ns2:srgbClr val="A4A3A4"/>
          </ns3:clr>
        </ns3:guide>
        <ns3:guide id="14" pos="2856" userDrawn="1">
          <ns3:clr>
            <ns2:srgbClr val="A4A3A4"/>
          </ns3:clr>
        </ns3:guide>
        <ns3:guide id="15" pos="2928" userDrawn="1">
          <ns3:clr>
            <ns2:srgbClr val="A4A3A4"/>
          </ns3:clr>
        </ns3:guide>
        <ns3:guide id="16" pos="3292" userDrawn="1">
          <ns3:clr>
            <ns2:srgbClr val="A4A3A4"/>
          </ns3:clr>
        </ns3:guide>
        <ns3:guide id="17" pos="3338" userDrawn="1">
          <ns3:clr>
            <ns2:srgbClr val="A4A3A4"/>
          </ns3:clr>
        </ns3:guide>
        <ns3:guide id="18" pos="3720" userDrawn="1">
          <ns3:clr>
            <ns2:srgbClr val="A4A3A4"/>
          </ns3:clr>
        </ns3:guide>
        <ns3:guide id="19" pos="3774" userDrawn="1">
          <ns3:clr>
            <ns2:srgbClr val="A4A3A4"/>
          </ns3:clr>
        </ns3:guide>
        <ns3:guide id="20" pos="4164" userDrawn="1">
          <ns3:clr>
            <ns2:srgbClr val="A4A3A4"/>
          </ns3:clr>
        </ns3:guide>
        <ns3:guide id="21" pos="4200" userDrawn="1">
          <ns3:clr>
            <ns2:srgbClr val="A4A3A4"/>
          </ns3:clr>
        </ns3:guide>
        <ns3:guide id="22" pos="4600" userDrawn="1">
          <ns3:clr>
            <ns2:srgbClr val="A4A3A4"/>
          </ns3:clr>
        </ns3:guide>
        <ns3:guide id="23" pos="4646" userDrawn="1">
          <ns3:clr>
            <ns2:srgbClr val="A4A3A4"/>
          </ns3:clr>
        </ns3:guide>
        <ns3:guide id="24" pos="5040" userDrawn="1">
          <ns3:clr>
            <ns2:srgbClr val="A4A3A4"/>
          </ns3:clr>
        </ns3:guide>
        <ns3:guide id="25" pos="5082" userDrawn="1">
          <ns3:clr>
            <ns2:srgbClr val="A4A3A4"/>
          </ns3:clr>
        </ns3:guide>
        <ns3:guide id="26" pos="5472" userDrawn="1">
          <ns3:clr>
            <ns2:srgbClr val="A4A3A4"/>
          </ns3:clr>
        </ns3:guide>
        <ns3:guide id="28" orient="horz" pos="3228" userDrawn="1">
          <ns3:clr>
            <ns2:srgbClr val="A4A3A4"/>
          </ns3:clr>
        </ns3:guide>
        <ns3:guide id="29" orient="horz" pos="228" userDrawn="1">
          <ns3:clr>
            <ns2:srgbClr val="A4A3A4"/>
          </ns3:clr>
        </ns3:guide>
        <ns3:guide id="30" orient="horz" pos="693" userDrawn="1">
          <ns3:clr>
            <ns2:srgbClr val="A4A3A4"/>
          </ns3:clr>
        </ns3:guide>
        <ns3:guide id="31" orient="horz" pos="2412" userDrawn="1">
          <ns3:clr>
            <ns2:srgbClr val="A4A3A4"/>
          </ns3:clr>
        </ns3:guide>
        <ns3:guide id="32" orient="horz" pos="1620" userDrawn="1">
          <ns3:clr>
            <ns2:srgbClr val="A4A3A4"/>
          </ns3:clr>
        </ns3:guide>
        <ns3:guide id="33" orient="horz" pos="2083" userDrawn="1">
          <ns3:clr>
            <ns2:srgbClr val="A4A3A4"/>
          </ns3:clr>
        </ns3:guide>
        <ns3:guide id="34" orient="horz" pos="2580" userDrawn="1">
          <ns3:clr>
            <ns2:srgbClr val="A4A3A4"/>
          </ns3:clr>
        </ns3:guide>
        <ns3:guide id="35" orient="horz" pos="3012" userDrawn="1">
          <ns3:clr>
            <ns2:srgbClr val="A4A3A4"/>
          </ns3:clr>
        </ns3:guide>
      </ns3:sldGuideLst>
    </ns0:ext>
    <ns0:ext uri="{2D200454-40CA-4A62-9FC3-DE9A4176ACB9}">
      <ns3:notesGuideLst/>
    </ns0:ext>
  </ns0:extLst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D8B99"/>
    <a:srgbClr val="F1F3F6"/>
    <a:srgbClr val="B6C1CC"/>
    <a:srgbClr val="525D6A"/>
    <a:srgbClr val="FC5B05"/>
    <a:srgbClr val="FD7E00"/>
    <a:srgbClr val="AB65D0"/>
    <a:srgbClr val="FFC2FD"/>
    <a:srgbClr val="6FC9D3"/>
    <a:srgbClr val="0F2E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63" autoAdjust="0"/>
    <p:restoredTop sz="95896" autoAdjust="0"/>
  </p:normalViewPr>
  <p:slideViewPr>
    <p:cSldViewPr snapToGrid="0" showGuides="1">
      <p:cViewPr varScale="1">
        <p:scale>
          <a:sx n="163" d="100"/>
          <a:sy n="163" d="100"/>
        </p:scale>
        <p:origin x="736" y="168"/>
      </p:cViewPr>
      <p:guideLst>
        <p:guide/>
        <p:guide pos="5760"/>
        <p:guide pos="288"/>
        <p:guide pos="677"/>
        <p:guide pos="723"/>
        <p:guide pos="1113"/>
        <p:guide pos="1152"/>
        <p:guide pos="1560"/>
        <p:guide pos="1608"/>
        <p:guide pos="1968"/>
        <p:guide pos="2016"/>
        <p:guide pos="2421"/>
        <p:guide pos="2472"/>
        <p:guide pos="2856"/>
        <p:guide pos="2928"/>
        <p:guide pos="3292"/>
        <p:guide pos="3338"/>
        <p:guide pos="3720"/>
        <p:guide pos="3774"/>
        <p:guide pos="4164"/>
        <p:guide pos="4200"/>
        <p:guide pos="4600"/>
        <p:guide pos="4646"/>
        <p:guide pos="5040"/>
        <p:guide pos="5082"/>
        <p:guide pos="5472"/>
        <p:guide orient="horz" pos="3228"/>
        <p:guide orient="horz" pos="228"/>
        <p:guide orient="horz" pos="693"/>
        <p:guide orient="horz" pos="2412"/>
        <p:guide orient="horz" pos="1620"/>
        <p:guide orient="horz" pos="2083"/>
        <p:guide orient="horz" pos="2580"/>
        <p:guide orient="horz" pos="3012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84" d="100"/>
        <a:sy n="84" d="100"/>
      </p:scale>
      <p:origin x="0" y="0"/>
    </p:cViewPr>
  </p:sorterViewPr>
  <p:notesViewPr>
    <p:cSldViewPr snapToGrid="0" showGuides="1">
      <p:cViewPr varScale="1">
        <p:scale>
          <a:sx n="111" d="100"/>
          <a:sy n="111" d="100"/>
        </p:scale>
        <p:origin x="3978" y="10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4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20" Type="http://schemas.openxmlformats.org/officeDocument/2006/relationships/notesMaster" Target="notesMasters/notesMaster1.xml"/><Relationship Id="rId21" Type="http://schemas.openxmlformats.org/officeDocument/2006/relationships/handoutMaster" Target="handoutMasters/handout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Pipeline</c:v>
                </c:pt>
              </c:strCache>
            </c:strRef>
          </c:tx>
          <c:spPr>
            <a:solidFill>
              <a:srgbClr val="1C98E8"/>
            </a:solidFill>
            <a:ln>
              <a:solidFill>
                <a:srgbClr val="1C98E8"/>
              </a:solidFill>
            </a:ln>
          </c:spPr>
          <c:cat>
            <c:strRef>
              <c:f>Sheet1!$A$2:$A$4</c:f>
              <c:strCache>
                <c:ptCount val="3"/>
                <c:pt idx="0">
                  <c:v>Enterprise</c:v>
                </c:pt>
                <c:pt idx="1">
                  <c:v>Mid-market</c:v>
                </c:pt>
                <c:pt idx="2">
                  <c:v>Small business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</c:v>
                </c:pt>
                <c:pt idx="1">
                  <c:v>30</c:v>
                </c:pt>
                <c:pt idx="2">
                  <c:v>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B6C1CC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B6C1CC"/>
            </a:solidFill>
          </a:ln>
        </c:spPr>
        <c:txPr>
          <a:bodyPr/>
          <a:lstStyle/>
          <a:p>
            <a:pPr>
              <a:defRPr sz="1000">
                <a:solidFill>
                  <a:srgbClr val="0F2E66"/>
                </a:solidFill>
                <a:latin typeface="Archivo Ligh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F8A5B9-D8CE-48F4-8307-A5BD99B9772F}" type="datetimeFigureOut">
              <a:rPr lang="en-US" smtClean="0">
                <a:latin typeface="Archivo" pitchFamily="2" charset="77"/>
              </a:rPr>
              <a:t>10/15/26</a:t>
            </a:fld>
            <a:endParaRPr lang="en-US" dirty="0">
              <a:latin typeface="Archivo" pitchFamily="2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chivo" pitchFamily="2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9D4B7-91D4-4610-9427-7DE43E8838AF}" type="slidenum">
              <a:rPr lang="en-US" smtClean="0">
                <a:latin typeface="Archivo" pitchFamily="2" charset="77"/>
              </a:rPr>
              <a:t>‹#›</a:t>
            </a:fld>
            <a:endParaRPr lang="en-US" dirty="0">
              <a:latin typeface="Archivo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96208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01D22E7C-CE56-4581-956F-C20F96B0B492}" type="datetimeFigureOut">
              <a:rPr lang="en-US" smtClean="0"/>
              <a:pPr/>
              <a:t>10/15/26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chivo" pitchFamily="2" charset="77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chivo" pitchFamily="2" charset="77"/>
              </a:defRPr>
            </a:lvl1pPr>
          </a:lstStyle>
          <a:p>
            <a:fld id="{8D1490A1-A535-4809-9C00-23A56030EAB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9193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1pPr>
    <a:lvl2pPr marL="457189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2pPr>
    <a:lvl3pPr marL="914378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3pPr>
    <a:lvl4pPr marL="1371566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4pPr>
    <a:lvl5pPr marL="1828754" algn="l" defTabSz="914378" rtl="0" eaLnBrk="1" latinLnBrk="0" hangingPunct="1">
      <a:defRPr sz="1200" b="0" i="0" kern="1200">
        <a:solidFill>
          <a:schemeClr val="tx1"/>
        </a:solidFill>
        <a:latin typeface="Archivo" pitchFamily="2" charset="77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cover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pipeline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team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closing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sv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254240D9-0BF1-44C8-2515-8B5B640FD6D3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703" r="2703"/>
          <a:stretch/>
        </p:blipFill>
        <p:spPr>
          <a:xfrm>
            <a:off x="0" y="0"/>
            <a:ext cx="9144000" cy="514807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019D6E0-80D8-BC37-08F9-68F5C133FCE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611868" y="471062"/>
            <a:ext cx="1227751" cy="5804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6344" y="3228368"/>
            <a:ext cx="7886699" cy="590931"/>
          </a:xfrm>
        </p:spPr>
        <p:txBody>
          <a:bodyPr vert="horz" lIns="91440" tIns="45720" rIns="0" bIns="45720" rtlCol="0" anchor="b">
            <a:spAutoFit/>
          </a:bodyPr>
          <a:lstStyle>
            <a:lvl1pPr algn="l">
              <a:lnSpc>
                <a:spcPct val="90000"/>
              </a:lnSpc>
              <a:spcBef>
                <a:spcPts val="0"/>
              </a:spcBef>
              <a:defRPr lang="en-US" sz="3600" dirty="0">
                <a:solidFill>
                  <a:schemeClr val="tx1"/>
                </a:solidFill>
              </a:defRPr>
            </a:lvl1pPr>
          </a:lstStyle>
          <a:p>
            <a:pPr marL="0" lvl="0" indent="0" algn="ctr" defTabSz="914355">
              <a:spcBef>
                <a:spcPct val="20000"/>
              </a:spcBef>
              <a:buClr>
                <a:srgbClr val="0067AB"/>
              </a:buClr>
              <a:buFont typeface="Arial" panose="020B0604020202020204" pitchFamily="34" charset="0"/>
            </a:pPr>
            <a:r>
              <a:rPr lang="en-US" dirty="0"/>
              <a:t>Insert Presentation Title</a:t>
            </a:r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466344" y="3813048"/>
            <a:ext cx="7886699" cy="338554"/>
          </a:xfrm>
          <a:noFill/>
        </p:spPr>
        <p:txBody>
          <a:bodyPr vert="horz" wrap="square" lIns="91440" tIns="45720" rIns="0" bIns="45720" rtlCol="0" anchor="t" anchorCtr="0">
            <a:spAutoFit/>
          </a:bodyPr>
          <a:lstStyle>
            <a:lvl1pPr marL="0" indent="-285736" algn="l">
              <a:spcBef>
                <a:spcPts val="0"/>
              </a:spcBef>
              <a:spcAft>
                <a:spcPts val="0"/>
              </a:spcAft>
              <a:buNone/>
              <a:defRPr lang="en-US" sz="1600" b="0" i="0" baseline="0" dirty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pPr lvl="0" indent="0" algn="ctr"/>
            <a:r>
              <a:rPr lang="en-US" dirty="0"/>
              <a:t>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505167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5D64F686-57CC-A98B-9741-2D9301FCB59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1"/>
            <a:ext cx="9144001" cy="5143499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 noChangeAspect="1"/>
          </p:cNvSpPr>
          <p:nvPr userDrawn="1">
            <p:ph type="pic" sz="quarter" idx="13" hasCustomPrompt="1"/>
          </p:nvPr>
        </p:nvSpPr>
        <p:spPr>
          <a:xfrm>
            <a:off x="2067336" y="1428750"/>
            <a:ext cx="2286000" cy="2286000"/>
          </a:xfrm>
          <a:prstGeom prst="roundRect">
            <a:avLst>
              <a:gd name="adj" fmla="val 1846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13" name="Speaker Name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589219" y="2102713"/>
            <a:ext cx="3794760" cy="424732"/>
          </a:xfrm>
        </p:spPr>
        <p:txBody>
          <a:bodyPr wrap="square" anchor="b">
            <a:spAutoFit/>
          </a:bodyPr>
          <a:lstStyle>
            <a:lvl1pPr marL="0" indent="0" algn="l" defTabSz="685783" rtl="0" eaLnBrk="1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FontTx/>
              <a:buNone/>
              <a:defRPr lang="en-US" sz="2400" b="1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14" name="Title and Company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4589219" y="2452176"/>
            <a:ext cx="3794760" cy="369332"/>
          </a:xfrm>
        </p:spPr>
        <p:txBody>
          <a:bodyPr wrap="square" anchor="t">
            <a:spAutoFit/>
          </a:bodyPr>
          <a:lstStyle>
            <a:lvl1pPr marL="0" indent="0" algn="l" defTabSz="685783" rtl="0" eaLnBrk="1" latinLnBrk="0" hangingPunct="1">
              <a:spcBef>
                <a:spcPct val="0"/>
              </a:spcBef>
              <a:spcAft>
                <a:spcPts val="0"/>
              </a:spcAft>
              <a:buFontTx/>
              <a:buNone/>
              <a:defRPr lang="en-US" sz="1800" b="0" kern="1200" spc="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8DBC52C4-15F9-9B28-8360-0A0ED19F7B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ext Placeholder 66">
            <a:extLst>
              <a:ext uri="{FF2B5EF4-FFF2-40B4-BE49-F238E27FC236}">
                <a16:creationId xmlns:a16="http://schemas.microsoft.com/office/drawing/2014/main" id="{ECED8574-261F-F136-7938-7C01CA79A2C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9220" y="2834104"/>
            <a:ext cx="3794760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lang="en-US" sz="1200" b="0" i="0" kern="1200" spc="0" dirty="0">
                <a:solidFill>
                  <a:schemeClr val="tx2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marL="0" marR="0" lvl="0" indent="0" algn="l" defTabSz="685783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F2E66"/>
              </a:buClr>
              <a:buSzTx/>
              <a:buFontTx/>
              <a:buNone/>
              <a:tabLst/>
            </a:pPr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833244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Thr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BCE5B81-5FA5-A80F-BCC5-808C2E19AB2F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925128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463571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3651457" y="1260376"/>
            <a:ext cx="1830123" cy="1828800"/>
          </a:xfrm>
          <a:prstGeom prst="roundRect">
            <a:avLst>
              <a:gd name="adj" fmla="val 2520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Workday Confidential</a:t>
            </a:r>
            <a:endParaRPr lang="en-US" dirty="0"/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69447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469447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469447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3194919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3194919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3194919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007033" y="3218207"/>
            <a:ext cx="2743200" cy="338554"/>
          </a:xfrm>
        </p:spPr>
        <p:txBody>
          <a:bodyPr anchor="b" anchorCtr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007033" y="3506871"/>
            <a:ext cx="2743200" cy="276999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007033" y="3812884"/>
            <a:ext cx="2743200" cy="261610"/>
          </a:xfr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Tx/>
              <a:buNone/>
              <a:defRPr sz="11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90712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_F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22A71D6F-AE6B-0F70-1969-9AFF111614CC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18631" b="18082"/>
          <a:stretch/>
        </p:blipFill>
        <p:spPr>
          <a:xfrm>
            <a:off x="-1" y="0"/>
            <a:ext cx="9144001" cy="5143500"/>
          </a:xfrm>
          <a:prstGeom prst="rect">
            <a:avLst/>
          </a:prstGeom>
        </p:spPr>
      </p:pic>
      <p:sp>
        <p:nvSpPr>
          <p:cNvPr id="21" name="Picture Placeholder 9"/>
          <p:cNvSpPr>
            <a:spLocks noGrp="1" noChangeAspect="1"/>
          </p:cNvSpPr>
          <p:nvPr>
            <p:ph type="pic" sz="quarter" idx="19" hasCustomPrompt="1"/>
          </p:nvPr>
        </p:nvSpPr>
        <p:spPr>
          <a:xfrm>
            <a:off x="659684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7" name="Picture Placeholder 9"/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659395" y="2880110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26" name="Picture Placeholder 9"/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609129" y="788803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2205318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378" rtl="0" eaLnBrk="1" latinLnBrk="0" hangingPunct="1">
              <a:defRPr sz="800" b="0" i="0" kern="1200">
                <a:solidFill>
                  <a:schemeClr val="tx1">
                    <a:tint val="75000"/>
                  </a:schemeClr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  <a:lvl2pPr marL="45718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8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2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8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90" name="Text Placeholder 6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22494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91" name="Text Placeholder 66"/>
          <p:cNvSpPr>
            <a:spLocks noGrp="1"/>
          </p:cNvSpPr>
          <p:nvPr>
            <p:ph type="body" sz="quarter" idx="11" hasCustomPrompt="1"/>
          </p:nvPr>
        </p:nvSpPr>
        <p:spPr>
          <a:xfrm>
            <a:off x="22494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92" name="Text Placeholder 66"/>
          <p:cNvSpPr>
            <a:spLocks noGrp="1"/>
          </p:cNvSpPr>
          <p:nvPr>
            <p:ph type="body" sz="quarter" idx="12" hasCustomPrompt="1"/>
          </p:nvPr>
        </p:nvSpPr>
        <p:spPr>
          <a:xfrm>
            <a:off x="22494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5" name="Text Placeholder 66"/>
          <p:cNvSpPr>
            <a:spLocks noGrp="1"/>
          </p:cNvSpPr>
          <p:nvPr>
            <p:ph type="body" sz="quarter" idx="13" hasCustomPrompt="1"/>
          </p:nvPr>
        </p:nvSpPr>
        <p:spPr>
          <a:xfrm>
            <a:off x="22494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6" name="Text Placeholder 66"/>
          <p:cNvSpPr>
            <a:spLocks noGrp="1"/>
          </p:cNvSpPr>
          <p:nvPr>
            <p:ph type="body" sz="quarter" idx="14" hasCustomPrompt="1"/>
          </p:nvPr>
        </p:nvSpPr>
        <p:spPr>
          <a:xfrm>
            <a:off x="22494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7" name="Text Placeholder 66"/>
          <p:cNvSpPr>
            <a:spLocks noGrp="1"/>
          </p:cNvSpPr>
          <p:nvPr>
            <p:ph type="body" sz="quarter" idx="15" hasCustomPrompt="1"/>
          </p:nvPr>
        </p:nvSpPr>
        <p:spPr>
          <a:xfrm>
            <a:off x="22494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68" name="Text Placeholder 66"/>
          <p:cNvSpPr>
            <a:spLocks noGrp="1"/>
          </p:cNvSpPr>
          <p:nvPr>
            <p:ph type="body" sz="quarter" idx="16" hasCustomPrompt="1"/>
          </p:nvPr>
        </p:nvSpPr>
        <p:spPr>
          <a:xfrm>
            <a:off x="6202124" y="1106424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9" name="Text Placeholder 66"/>
          <p:cNvSpPr>
            <a:spLocks noGrp="1"/>
          </p:cNvSpPr>
          <p:nvPr>
            <p:ph type="body" sz="quarter" idx="17" hasCustomPrompt="1"/>
          </p:nvPr>
        </p:nvSpPr>
        <p:spPr>
          <a:xfrm>
            <a:off x="6202124" y="1371600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70" name="Text Placeholder 66"/>
          <p:cNvSpPr>
            <a:spLocks noGrp="1"/>
          </p:cNvSpPr>
          <p:nvPr>
            <p:ph type="body" sz="quarter" idx="18" hasCustomPrompt="1"/>
          </p:nvPr>
        </p:nvSpPr>
        <p:spPr>
          <a:xfrm>
            <a:off x="6202124" y="1661962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  <p:sp>
        <p:nvSpPr>
          <p:cNvPr id="59" name="Picture Placeholder 9">
            <a:extLst>
              <a:ext uri="{FF2B5EF4-FFF2-40B4-BE49-F238E27FC236}">
                <a16:creationId xmlns:a16="http://schemas.microsoft.com/office/drawing/2014/main" id="{6C5F0E68-AC0A-724A-BA5D-FFB570DE0FB2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609129" y="2880399"/>
            <a:ext cx="1509854" cy="1508760"/>
          </a:xfrm>
          <a:prstGeom prst="roundRect">
            <a:avLst>
              <a:gd name="adj" fmla="val 2878"/>
            </a:avLst>
          </a:prstGeom>
          <a:solidFill>
            <a:srgbClr val="7D8B99"/>
          </a:solidFill>
          <a:ln w="19050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2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61" name="Text Placeholder 66">
            <a:extLst>
              <a:ext uri="{FF2B5EF4-FFF2-40B4-BE49-F238E27FC236}">
                <a16:creationId xmlns:a16="http://schemas.microsoft.com/office/drawing/2014/main" id="{6F593F01-16C6-614E-B377-1AD23E81727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02124" y="3200400"/>
            <a:ext cx="2048256" cy="338554"/>
          </a:xfrm>
        </p:spPr>
        <p:txBody>
          <a:bodyPr anchor="b" anchorCtr="0">
            <a:spAutoFit/>
          </a:bodyPr>
          <a:lstStyle>
            <a:lvl1pPr marL="0" indent="0" algn="l">
              <a:buFontTx/>
              <a:buNone/>
              <a:defRPr sz="1600" b="1" i="0" baseline="0">
                <a:solidFill>
                  <a:schemeClr val="tx1"/>
                </a:solidFill>
                <a:latin typeface="Archivo" pitchFamily="2" charset="77"/>
                <a:cs typeface="Archivo" pitchFamily="2" charset="77"/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Name</a:t>
            </a:r>
          </a:p>
        </p:txBody>
      </p:sp>
      <p:sp>
        <p:nvSpPr>
          <p:cNvPr id="62" name="Text Placeholder 66">
            <a:extLst>
              <a:ext uri="{FF2B5EF4-FFF2-40B4-BE49-F238E27FC236}">
                <a16:creationId xmlns:a16="http://schemas.microsoft.com/office/drawing/2014/main" id="{EFD62763-B86C-4448-AEA6-DAF60AC6D19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2124" y="3456432"/>
            <a:ext cx="2048256" cy="276999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1200" baseline="0">
                <a:solidFill>
                  <a:schemeClr val="tx1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Title</a:t>
            </a:r>
          </a:p>
        </p:txBody>
      </p:sp>
      <p:sp>
        <p:nvSpPr>
          <p:cNvPr id="63" name="Text Placeholder 66">
            <a:extLst>
              <a:ext uri="{FF2B5EF4-FFF2-40B4-BE49-F238E27FC236}">
                <a16:creationId xmlns:a16="http://schemas.microsoft.com/office/drawing/2014/main" id="{43654C28-A260-FC45-B0F6-50DB5AE61C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02124" y="3755938"/>
            <a:ext cx="2048256" cy="230832"/>
          </a:xfrm>
        </p:spPr>
        <p:txBody>
          <a:bodyPr wrap="square" anchor="t">
            <a:spAutoFit/>
          </a:bodyPr>
          <a:lstStyle>
            <a:lvl1pPr marL="0" indent="0" algn="l">
              <a:buFontTx/>
              <a:buNone/>
              <a:defRPr sz="900" baseline="0">
                <a:solidFill>
                  <a:schemeClr val="tx2"/>
                </a:solidFill>
              </a:defRPr>
            </a:lvl1pPr>
            <a:lvl2pPr marL="365751" indent="0">
              <a:buFontTx/>
              <a:buNone/>
              <a:defRPr sz="1100"/>
            </a:lvl2pPr>
            <a:lvl3pPr marL="685783" indent="0">
              <a:buFontTx/>
              <a:buNone/>
              <a:defRPr sz="1100"/>
            </a:lvl3pPr>
            <a:lvl4pPr marL="1028675" indent="0">
              <a:buFontTx/>
              <a:buNone/>
              <a:defRPr sz="1100"/>
            </a:lvl4pPr>
            <a:lvl5pPr marL="1371566" indent="0">
              <a:buFontTx/>
              <a:buNone/>
              <a:defRPr sz="1100"/>
            </a:lvl5pPr>
          </a:lstStyle>
          <a:p>
            <a:pPr lvl="0"/>
            <a:r>
              <a:rPr lang="en-US" dirty="0"/>
              <a:t>Insert Company Name</a:t>
            </a:r>
          </a:p>
        </p:txBody>
      </p:sp>
    </p:spTree>
    <p:extLst>
      <p:ext uri="{BB962C8B-B14F-4D97-AF65-F5344CB8AC3E}">
        <p14:creationId xmlns:p14="http://schemas.microsoft.com/office/powerpoint/2010/main" val="1393327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457200" y="1225899"/>
            <a:ext cx="8229600" cy="3417542"/>
          </a:xfrm>
        </p:spPr>
        <p:txBody>
          <a:bodyPr/>
          <a:lstStyle>
            <a:lvl1pPr marL="228600" indent="-228600"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20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1pPr>
            <a:lvl2pPr marL="573088" indent="-207963"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‒"/>
              <a:tabLst/>
              <a:defRPr sz="16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2pPr>
            <a:lvl3pPr marL="915988" indent="-230188">
              <a:spcBef>
                <a:spcPts val="0"/>
              </a:spcBef>
              <a:buClr>
                <a:schemeClr val="tx1"/>
              </a:buClr>
              <a:buFont typeface="Wingdings" panose="05000000000000000000" pitchFamily="2" charset="2"/>
              <a:buChar char="§"/>
              <a:tabLst/>
              <a:defRPr sz="14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3pPr>
            <a:lvl4pPr marL="1200150" indent="-1936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Courier New" panose="02070309020205020404" pitchFamily="49" charset="0"/>
              <a:buChar char="o"/>
              <a:tabLst/>
              <a:defRPr sz="12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4pPr>
            <a:lvl5pPr marL="1544638" indent="-219075"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Font typeface="Lucida Grande" panose="020B0600040502020204" pitchFamily="34" charset="0"/>
              <a:buChar char="◆"/>
              <a:tabLst/>
              <a:defRPr sz="1100" b="0" i="0">
                <a:solidFill>
                  <a:schemeClr val="tx1"/>
                </a:solidFill>
                <a:latin typeface="Archivo Light" pitchFamily="2" charset="77"/>
                <a:cs typeface="Archivo Light" pitchFamily="2" charset="77"/>
              </a:defRPr>
            </a:lvl5pPr>
            <a:lvl6pPr>
              <a:defRPr sz="1050" b="0" i="0">
                <a:latin typeface="Archivo Light" pitchFamily="2" charset="77"/>
                <a:cs typeface="Archivo Light" pitchFamily="2" charset="77"/>
              </a:defRPr>
            </a:lvl6pPr>
            <a:lvl7pPr>
              <a:defRPr sz="1000" b="0" i="0">
                <a:latin typeface="Archivo Light" pitchFamily="2" charset="77"/>
                <a:cs typeface="Archivo Light" pitchFamily="2" charset="77"/>
              </a:defRPr>
            </a:lvl7pPr>
            <a:lvl8pPr marL="2400240" indent="0">
              <a:buNone/>
              <a:defRPr/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b="0" i="0" dirty="0">
                <a:latin typeface="Archivo Light" pitchFamily="2" charset="77"/>
                <a:cs typeface="Archivo Light" pitchFamily="2" charset="77"/>
              </a:rPr>
              <a:t>Seventh level</a:t>
            </a:r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170358C9-ACB7-8CF3-4042-EE3E04290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77489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43690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Background">
            <a:extLst>
              <a:ext uri="{FF2B5EF4-FFF2-40B4-BE49-F238E27FC236}">
                <a16:creationId xmlns:a16="http://schemas.microsoft.com/office/drawing/2014/main" id="{DEC99A5D-A958-2AA3-9088-2454A06486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4904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807190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_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8449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 Headline_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dient Background">
            <a:extLst>
              <a:ext uri="{FF2B5EF4-FFF2-40B4-BE49-F238E27FC236}">
                <a16:creationId xmlns:a16="http://schemas.microsoft.com/office/drawing/2014/main" id="{110473C2-41D6-31A4-79AD-8B8E9560E4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b="38103"/>
          <a:stretch/>
        </p:blipFill>
        <p:spPr>
          <a:xfrm>
            <a:off x="0" y="1"/>
            <a:ext cx="9144000" cy="514350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029E22-2D2C-4919-068B-0D44F4F533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939D85AB-4F32-EC22-69FE-C18FF8E39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3383280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963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Wide Gradient Strip">
            <a:extLst>
              <a:ext uri="{FF2B5EF4-FFF2-40B4-BE49-F238E27FC236}">
                <a16:creationId xmlns:a16="http://schemas.microsoft.com/office/drawing/2014/main" id="{63B00453-C33F-AE2C-6374-4AE4EBCEA8A2}"/>
              </a:ext>
            </a:extLst>
          </p:cNvPr>
          <p:cNvPicPr/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5" r="70596"/>
          <a:stretch/>
        </p:blipFill>
        <p:spPr>
          <a:xfrm>
            <a:off x="-1" y="-2286"/>
            <a:ext cx="2508653" cy="5148072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8C87D5-F843-CC11-7969-A92042932A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35808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44539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dient Strip">
            <a:extLst>
              <a:ext uri="{FF2B5EF4-FFF2-40B4-BE49-F238E27FC236}">
                <a16:creationId xmlns:a16="http://schemas.microsoft.com/office/drawing/2014/main" id="{6C47EC56-8F17-9FA1-112D-CA3BBBEAD57F}"/>
              </a:ext>
            </a:extLst>
          </p:cNvPr>
          <p:cNvPicPr>
            <a:picLocks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366" r="92366"/>
          <a:stretch/>
        </p:blipFill>
        <p:spPr>
          <a:xfrm>
            <a:off x="0" y="-2286"/>
            <a:ext cx="327412" cy="5148072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DA515F7-EAF3-3B43-1170-9DE8FDA3C5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741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839839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372745"/>
            <a:ext cx="8229600" cy="480131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4BA79A55-E0B0-301F-AEF3-E07AAED5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90190C89-41AE-48D3-A6AA-4EE1A72781DF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331108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055A19CD-F521-C05A-A74B-1D374836707B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063812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0B6EE63-87F9-354A-808B-2E1161A08B90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548837" y="1751834"/>
            <a:ext cx="2528798" cy="1785784"/>
          </a:xfrm>
          <a:prstGeom prst="roundRect">
            <a:avLst>
              <a:gd name="adj" fmla="val 1907"/>
            </a:avLst>
          </a:prstGeom>
          <a:solidFill>
            <a:srgbClr val="7D8B99"/>
          </a:solidFill>
          <a:ln w="19050">
            <a:noFill/>
          </a:ln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</p:spTree>
    <p:extLst>
      <p:ext uri="{BB962C8B-B14F-4D97-AF65-F5344CB8AC3E}">
        <p14:creationId xmlns:p14="http://schemas.microsoft.com/office/powerpoint/2010/main" val="292312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hoto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33B1D613-3C17-4B45-A295-22ECFFC1076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309242" y="0"/>
            <a:ext cx="3834758" cy="5143500"/>
          </a:xfrm>
          <a:prstGeom prst="rect">
            <a:avLst/>
          </a:prstGeom>
          <a:solidFill>
            <a:srgbClr val="7D8B99"/>
          </a:solidFill>
          <a:ln w="19050">
            <a:noFill/>
          </a:ln>
        </p:spPr>
        <p:txBody>
          <a:bodyPr vert="horz" lIns="182880" tIns="45720" rIns="640080" bIns="45720" rtlCol="0" anchor="ctr">
            <a:normAutofit/>
          </a:bodyPr>
          <a:lstStyle>
            <a:lvl1pPr marL="0" indent="0" algn="ctr">
              <a:tabLst>
                <a:tab pos="793750" algn="l"/>
              </a:tabLst>
              <a:defRPr lang="en-US" sz="1400" baseline="0" dirty="0">
                <a:solidFill>
                  <a:schemeClr val="bg1"/>
                </a:solidFill>
              </a:defRPr>
            </a:lvl1pPr>
          </a:lstStyle>
          <a:p>
            <a:pPr lvl="0" algn="ctr">
              <a:buFontTx/>
            </a:pPr>
            <a:r>
              <a:rPr lang="en-US" dirty="0"/>
              <a:t>Insert Photo Here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B1D0AEC-73CC-84E8-F840-11185AE2CF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06B2C89A-7DEE-A516-76BE-2F221BA47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4904"/>
            <a:ext cx="4187952" cy="867930"/>
          </a:xfr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t" anchorCtr="0">
            <a:spAutoFit/>
          </a:bodyPr>
          <a:lstStyle>
            <a:lvl1pPr marL="0" indent="0" algn="l" defTabSz="914378" rtl="0" eaLnBrk="1" latinLnBrk="0" hangingPunct="1">
              <a:lnSpc>
                <a:spcPct val="90000"/>
              </a:lnSpc>
              <a:spcBef>
                <a:spcPts val="0"/>
              </a:spcBef>
              <a:tabLst>
                <a:tab pos="741363" algn="l"/>
              </a:tabLst>
              <a:defRPr lang="en-US" sz="2800" b="1" kern="1200" dirty="0">
                <a:solidFill>
                  <a:srgbClr val="0F2E66"/>
                </a:solidFill>
                <a:latin typeface="Archivo" pitchFamily="2" charset="77"/>
                <a:ea typeface="+mn-ea"/>
                <a:cs typeface="Archivo" pitchFamily="2" charset="77"/>
              </a:defRPr>
            </a:lvl1pPr>
          </a:lstStyle>
          <a:p>
            <a:pPr marL="91438" lvl="0" indent="-91438" algn="ctr" defTabSz="914378" fontAlgn="auto">
              <a:spcBef>
                <a:spcPts val="1200"/>
              </a:spcBef>
              <a:buClr>
                <a:schemeClr val="tx2"/>
              </a:buClr>
            </a:pPr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2741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mper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B19DEC-3ADD-69FA-6AA8-79037850FB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/>
          <a:stretch/>
        </p:blipFill>
        <p:spPr>
          <a:xfrm>
            <a:off x="3101498" y="1639177"/>
            <a:ext cx="2941004" cy="1390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959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BB8FECB1-ED1F-2443-A372-CBA3C4E04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432" y="4818888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rgbClr val="7D8B99"/>
                </a:solidFill>
                <a:latin typeface="Archivo" pitchFamily="2" charset="77"/>
                <a:cs typeface="Archivo" pitchFamily="2" charset="77"/>
              </a:defRPr>
            </a:lvl1pPr>
          </a:lstStyle>
          <a:p>
            <a:r>
              <a:rPr lang="en-US" dirty="0"/>
              <a:t>Workday Confidential</a:t>
            </a:r>
          </a:p>
        </p:txBody>
      </p:sp>
    </p:spTree>
    <p:extLst>
      <p:ext uri="{BB962C8B-B14F-4D97-AF65-F5344CB8AC3E}">
        <p14:creationId xmlns:p14="http://schemas.microsoft.com/office/powerpoint/2010/main" val="3260574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6250" y="137160"/>
            <a:ext cx="8193024" cy="86868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marL="91438" lvl="0" indent="-91438" algn="ctr" defTabSz="914378" rtl="0" eaLnBrk="1" fontAlgn="auto" latinLnBrk="0" hangingPunct="1">
              <a:lnSpc>
                <a:spcPct val="90000"/>
              </a:lnSpc>
              <a:spcBef>
                <a:spcPts val="1200"/>
              </a:spcBef>
              <a:buClr>
                <a:schemeClr val="tx2"/>
              </a:buClr>
              <a:buNone/>
              <a:tabLst>
                <a:tab pos="741363" algn="l"/>
              </a:tabLst>
            </a:pP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6250" y="1225899"/>
            <a:ext cx="8191500" cy="34175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20032" marR="0" lvl="0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</a:p>
          <a:p>
            <a:pPr marL="685783" marR="0" lvl="1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005815" marR="0" lvl="2" indent="-320032" algn="l" defTabSz="91435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F38B0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690243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672" r:id="rId2"/>
    <p:sldLayoutId id="2147483896" r:id="rId3"/>
    <p:sldLayoutId id="2147483897" r:id="rId4"/>
    <p:sldLayoutId id="2147483899" r:id="rId5"/>
    <p:sldLayoutId id="2147483681" r:id="rId6"/>
    <p:sldLayoutId id="2147483890" r:id="rId7"/>
    <p:sldLayoutId id="2147483694" r:id="rId8"/>
    <p:sldLayoutId id="2147483891" r:id="rId9"/>
    <p:sldLayoutId id="2147483892" r:id="rId10"/>
    <p:sldLayoutId id="2147483893" r:id="rId11"/>
    <p:sldLayoutId id="2147483888" r:id="rId12"/>
    <p:sldLayoutId id="2147483886" r:id="rId13"/>
    <p:sldLayoutId id="2147483894" r:id="rId14"/>
    <p:sldLayoutId id="2147483748" r:id="rId1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  <p:txStyles>
    <p:titleStyle>
      <a:lvl1pPr marL="0" indent="0" algn="l" defTabSz="685783" rtl="0" eaLnBrk="1" latinLnBrk="0" hangingPunct="1">
        <a:spcBef>
          <a:spcPct val="0"/>
        </a:spcBef>
        <a:buNone/>
        <a:defRPr lang="en-US" sz="2800" b="1" kern="1200" spc="0" dirty="0">
          <a:solidFill>
            <a:srgbClr val="0F2E66"/>
          </a:solidFill>
          <a:latin typeface="Archivo" pitchFamily="2" charset="77"/>
          <a:ea typeface="+mn-ea"/>
          <a:cs typeface="Archivo" pitchFamily="2" charset="77"/>
        </a:defRPr>
      </a:lvl1pPr>
    </p:titleStyle>
    <p:bodyStyle>
      <a:lvl1pPr marL="0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anose="020B0604020202020204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1pPr>
      <a:lvl2pPr marL="365751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2pPr>
      <a:lvl3pPr marL="685783" marR="0" indent="0" algn="l" defTabSz="914355" rtl="0" eaLnBrk="1" fontAlgn="auto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rgbClr val="0F2E66"/>
        </a:buClr>
        <a:buSzTx/>
        <a:buFont typeface="Arial" pitchFamily="34" charset="0"/>
        <a:buNone/>
        <a:tabLst/>
        <a:defRPr lang="en-US" sz="1800" b="0" i="0" kern="1200" dirty="0" smtClean="0">
          <a:solidFill>
            <a:srgbClr val="0F2E66"/>
          </a:solidFill>
          <a:latin typeface="Archivo Light" pitchFamily="2" charset="77"/>
          <a:ea typeface="+mn-ea"/>
          <a:cs typeface="Archivo Light" pitchFamily="2" charset="77"/>
        </a:defRPr>
      </a:lvl3pPr>
      <a:lvl4pPr marL="1200120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–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Clr>
          <a:srgbClr val="5D87A1"/>
        </a:buClr>
        <a:buFont typeface="Arial" pitchFamily="34" charset="0"/>
        <a:buChar char="»"/>
        <a:defRPr sz="1350" kern="1200">
          <a:solidFill>
            <a:schemeClr val="bg1">
              <a:lumMod val="50000"/>
            </a:schemeClr>
          </a:solidFill>
          <a:latin typeface="Arial" pitchFamily="34" charset="0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Litware sales kickoff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66344" y="4535424"/>
            <a:ext cx="3657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0F2E66"/>
                </a:solidFill>
                <a:latin typeface="Archivo"/>
              </a:rPr>
              <a:t>February 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Pipeline by segment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1170432"/>
          <a:ext cx="82296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ample-photo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l="8063" r="8063"/>
          <a:stretch>
            <a:fillRect/>
          </a:stretch>
        </p:blipFill>
        <p:spPr/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818888"/>
            <a:ext cx="3086100" cy="2743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800" b="0">
                <a:solidFill>
                  <a:srgbClr val="7D8B99"/>
                </a:solidFill>
                <a:latin typeface="Archivo"/>
              </a:rPr>
              <a:t>Workday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3273552"/>
            <a:ext cx="6400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0">
                <a:solidFill>
                  <a:srgbClr val="FFFFFF"/>
                </a:solidFill>
                <a:latin typeface="Archiv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orkday Corporate Template">
  <a:themeElements>
    <a:clrScheme name="Workday Color Palette">
      <a:dk1>
        <a:srgbClr val="0F2E66"/>
      </a:dk1>
      <a:lt1>
        <a:srgbClr val="FFFFFF"/>
      </a:lt1>
      <a:dk2>
        <a:srgbClr val="0057AE"/>
      </a:dk2>
      <a:lt2>
        <a:srgbClr val="022043"/>
      </a:lt2>
      <a:accent1>
        <a:srgbClr val="1C98E8"/>
      </a:accent1>
      <a:accent2>
        <a:srgbClr val="9ECFFF"/>
      </a:accent2>
      <a:accent3>
        <a:srgbClr val="FEC10B"/>
      </a:accent3>
      <a:accent4>
        <a:srgbClr val="FDE65E"/>
      </a:accent4>
      <a:accent5>
        <a:srgbClr val="FFF3A8"/>
      </a:accent5>
      <a:accent6>
        <a:srgbClr val="FCF8E8"/>
      </a:accent6>
      <a:hlink>
        <a:srgbClr val="0057AE"/>
      </a:hlink>
      <a:folHlink>
        <a:srgbClr val="1C98E8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1F3F6"/>
        </a:solidFill>
        <a:ln>
          <a:noFill/>
        </a:ln>
      </a:spPr>
      <a:bodyPr rtlCol="0" anchor="ctr"/>
      <a:lstStyle>
        <a:defPPr algn="ctr">
          <a:defRPr sz="1600" dirty="0" smtClean="0">
            <a:solidFill>
              <a:schemeClr val="tx1"/>
            </a:solidFill>
            <a:latin typeface="Archivo" pitchFamily="2" charset="77"/>
            <a:cs typeface="Archivo" pitchFamily="2" charset="7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err="1" smtClean="0">
            <a:solidFill>
              <a:srgbClr val="0F2E66"/>
            </a:solidFill>
            <a:latin typeface="Archivo" pitchFamily="2" charset="77"/>
            <a:cs typeface="Archivo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94AC4E19-5132-0B4A-A8B4-6CF51BA76905}" vid="{6015AED2-9537-9F48-9143-8886FB9DE0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Workday Corporate Template</Template>
  <Application>Microsoft PowerPoint</Application>
  <PresentationFormat>On-screen Show (16:9)</PresentationFormat>
  <Slides>0</Slides>
  <Notes>0</Notes>
  <HiddenSlides>0</HiddenSlides>
  <MMClips>0</MMClips>
  <ScaleCrop>false</ScaleCrop>
  <HeadingPairs>
    <vt:vector size="4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</vt:vector>
  </HeadingPairs>
  <TitlesOfParts>
    <vt:vector size="3" baseType="lpstr">
      <vt:lpstr>Archivo</vt:lpstr>
      <vt:lpstr>Archivo Light</vt:lpstr>
      <vt:lpstr>Workday Corporate Template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Litware sales kickoff</dc:title>
  <dc:subject>On-brand PowerPoint template (masters and layouts only)</dc:subject>
  <dc:creator>Workday</dc:creator>
  <cp:keywords>Workday, brand, template</cp:keywords>
  <dc:description>Masters and layouts extracted from the Workday Corporate Template. Sample slide content removed.</dc:description>
  <cp:lastModifiedBy>Workday PPTX skill</cp:lastModifiedBy>
  <cp:revision>409</cp:revision>
  <dcterms:created xsi:type="dcterms:W3CDTF">2024-04-19T20:17:23Z</dcterms:created>
  <dcterms:modified xsi:type="dcterms:W3CDTF">2026-10-15T20:45:35Z</dcterms:modified>
  <cp:category>Template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0x010100EF8E4B2C7792304B8BE6A35C52DA097F</vt:lpwstr>
  </property>
</Properties>
</file>