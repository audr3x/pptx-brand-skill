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  <ns0:sldId id="263" ns1:id="rId15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 summary for the CFO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Current close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 cycle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agreed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Workstream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Automate intercompany recon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Priya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Standard chart of accounts across 4 entities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Daily cash dashboard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Lena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to decide in December steering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Entity in Brazil still on old ERP until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January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Window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Focus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and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and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and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