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Small business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Litware sales kickoff.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 mix for the current quarter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regional leads and support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 sales ops for follow-up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Litware sales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February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mple-phot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8063" r="8063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Litware sales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