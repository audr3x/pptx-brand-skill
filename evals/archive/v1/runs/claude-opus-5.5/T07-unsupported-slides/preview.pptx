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Pipeline</c:v>
                </c:pt>
              </c:strCache>
            </c:strRef>
          </c:tx>
          <c:spPr>
            <a:solidFill>
              <a:srgbClr val="1C98E8"/>
            </a:solidFill>
            <a:ln>
              <a:solidFill>
                <a:srgbClr val="1C98E8"/>
              </a:solidFill>
            </a:ln>
          </c:spPr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Mid-market</c:v>
                </c:pt>
                <c:pt idx="2">
                  <c:v>Small business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30</c:v>
                </c:pt>
                <c:pt idx="2">
                  <c:v>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B6C1C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Litware sales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February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by segment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70432"/>
          <a:ext cx="82296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ample-photo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l="8063" r="8063"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 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Litware sales kickoff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