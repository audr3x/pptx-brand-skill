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Sheet1!$A$2:$A$6</c:f>
              <c:strCache>
                <c:ptCount val="5"/>
                <c:pt idx="0">
                  <c:v>Facilities</c:v>
                </c:pt>
                <c:pt idx="1">
                  <c:v>IT</c:v>
                </c:pt>
                <c:pt idx="2">
                  <c:v>HR</c:v>
                </c:pt>
                <c:pt idx="3">
                  <c:v>Travel</c:v>
                </c:pt>
                <c:pt idx="4">
                  <c:v>Marketing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-30</c:v>
                </c:pt>
                <c:pt idx="2">
                  <c:v>12</c:v>
                </c:pt>
                <c:pt idx="3">
                  <c:v>-18</c:v>
                </c:pt>
                <c:pt idx="4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Budget variance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Operations, first half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by department (USD 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Freeze new IT contracts until September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Move travel approvals to directors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Reinvest 40 of the marketing surplus in Q3 events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variance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