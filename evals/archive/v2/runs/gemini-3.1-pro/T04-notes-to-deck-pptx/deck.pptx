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  <ns0:sldId id="262" ns1:id="rId14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Tailspin Toys finance planning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Workshop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Close process currently takes 9 days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Goal is to reduce close to 5 days by end of FY27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 and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Workstream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Owner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Automate intercompany reconciliation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Priya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Standard chart of accounts across 4 entities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Marco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Daily cash dashboard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Lena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Budget ask is $380k (pending CFO decision in December)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Risk: Brazil entity on old ERP until March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Risk: Audit freeze in January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and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Phase 1 (Nov-Jan)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Recon and COA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Phase 2 (Feb-Apr)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COA rollout and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Phase 3 (May-Jun)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Hypercare and measure close 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Priya to send recon scope by Nov 14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Marco to book COA review with controllers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Lena to draft dashboard mock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Tailspin Toys finance planning workshop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