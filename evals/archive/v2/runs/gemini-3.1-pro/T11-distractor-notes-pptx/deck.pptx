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Fabrikam HR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Steering committee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TODO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61% of managers active in Workday this month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Budget: spent $1.42M of $2.1M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adoption and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Sites live: Leeds, Porto, Austin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Denver moved to phase 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214 open tickets (down from 390 in June)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Sites and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Payroll parallel run failed twice, third run next week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Porto union consultation not started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Approve 2 extra payroll testers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Confirm Denver phase 3 timing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Asks for COO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Next steering: TODO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Fabrikam HR transformation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