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Coaching basics builds weekly 1:1 habits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Performance conversations practices feedback with role play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Leading through change helps managers explain the new org design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