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Northwind Health HR rollout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kickoff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November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35808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0F2E66"/>
                </a:solidFill>
                <a:latin typeface="Archivo"/>
              </a:rPr>
              <a:t>Workday Confidential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35808" y="987552"/>
            <a:ext cx="3968496" cy="3749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98E8"/>
                </a:solidFill>
                <a:latin typeface="Archivo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35808" y="1335024"/>
            <a:ext cx="5129784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2E66"/>
                </a:solidFill>
                <a:latin typeface="Archivo"/>
              </a:rPr>
              <a:t>Where we start and how we work together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Core HR and payroll live for 4,200 employees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Benefits enrollment opens on January 5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Manager self-service in phase 2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Weekly status every Tuesday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will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How we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Steering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monthly decisions on scope and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Core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daily work across HR, IT, and 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Change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30 champions across 6 sites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Health HR rollout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