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Workforce planning program status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Adatum steering committee,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progress across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risks, budget, and staffing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 and active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go-live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planning program status update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