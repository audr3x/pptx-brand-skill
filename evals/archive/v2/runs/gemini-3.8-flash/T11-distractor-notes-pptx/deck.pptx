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transformation status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Fabrikam COO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Support tickets down from 390 in June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and support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Spent $1.42M of $2.1M program budget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Sites currently live in Leeds, Porto, and Austin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Denver deployment moved to phase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site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Third payroll parallel run scheduled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program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Asks for COO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Payroll testers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Denver 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Confirm phase 3 timing for Denver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Next steering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Next steering date is TODO, Hana to send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transformation status update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