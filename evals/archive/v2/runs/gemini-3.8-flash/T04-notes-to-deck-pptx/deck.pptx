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Tailspin Toys 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Financial close currently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end of FY27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request is $380k for finance transformation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decision scheduled in Dec steering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Targeting a 5-day close by FY27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Three agreed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Intercompany recon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Automate recon across entities, owned by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Chart of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Standardize COA across the 4 entities, owned by 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Cash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Daily cash dashboard, owned by Lena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Timing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Scope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Nov-Jan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 and COA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Feb-Apr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 rollout and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May-Jun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and measure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Brazil entity remains on old ERP till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 restricts changes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risks to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sends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books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drafts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