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Go-live readiness by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Traders deployment wave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readiness: Feb 2 to Feb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Lyon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Marseille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Turin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Milan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Seville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readiness: Feb 16 to Mar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Valencia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Braga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Ghent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Antwerp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readiness: Mar 9 to Mar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Utrecht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Eindhoven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Graz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Linz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Go-live readiness by site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