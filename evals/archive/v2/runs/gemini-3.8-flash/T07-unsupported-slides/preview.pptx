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ln>
              <a:solidFill>
                <a:srgbClr val="FFFFFF"/>
              </a:solidFill>
            </a:ln>
          </c:spPr>
          <c:dPt>
            <c:idx val="0"/>
            <c:spPr>
              <a:solidFill>
                <a:srgbClr val="1C98E8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FEC10B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057AE"/>
              </a:solidFill>
              <a:ln>
                <a:solidFill>
                  <a:srgbClr val="FFFFFF"/>
                </a:solidFill>
              </a:ln>
            </c:spPr>
          </c:dPt>
          <c:dLbls>
            <c:txPr>
              <a:bodyPr/>
              <a:lstStyle/>
              <a:p>
                <a:pPr>
                  <a:defRPr sz="1200">
                    <a:solidFill>
                      <a:srgbClr val="0F2E66"/>
                    </a:solidFill>
                    <a:latin typeface="Archivo Ligh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Small 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Litware sales kickoff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breakdown across Enterprise, Mid-market, and Small business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remarks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Litware sales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February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8063" r="8063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Litware sales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