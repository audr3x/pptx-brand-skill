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Contoso 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TODO audience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key metrics and outcomes for Q3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revenue or growth stats you want highlighted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operational highlights for Contoso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financial or KPI table data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year-over-year comparisons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regional or product breakdown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top 3 priorities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risks or dependencies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TODO asks of leadership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next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 Q3 business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