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 training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Woodgrove Bank people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March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Why we are training managers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Coaching basics builds weekly 1:1 habits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Performance conversations practices feedback with role play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Leading through change helps managers explain the new org design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Kickoff session April 8, 2027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How to sign up in Workday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Track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Format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Weeks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Coaching basics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 virtual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 to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Performance conversations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person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 to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Leading through change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self-paced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7 to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training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