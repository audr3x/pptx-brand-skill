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three tracks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Coaching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Builds weekly 1:1 habits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Performance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Practices feedback with role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Leading through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Helps managers explain the new org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