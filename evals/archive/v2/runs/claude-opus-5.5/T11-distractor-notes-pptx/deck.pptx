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  <ns0:sldId id="260" ns1:id="rId12"/>
    <ns0:sldId id="261" ns1:id="rId13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Fabrikam HR transformation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Steering committee status for the COO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TODO: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Status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Area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Status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Manager adoption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61% of managers active in Workday this month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Budget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$1.42M spent of $2.1M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Sites live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Leeds, Porto, Austin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Denver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Moved to phase 3, not live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Support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214 open tickets, down from 390 in June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Payroll parallel run failed twice, third run next week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Porto union consultation not started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open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Approve 2 extra payroll testers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Confirm Denver phase 3 timing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Decisions needed from the COO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t>Steering attendees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94944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93208" y="694944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Hana 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93208" y="987552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Program lead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65376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93208" y="1865376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Omar Haddad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93208" y="2157984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Finance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035808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93208" y="3035808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Ruth Klein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3208" y="3328416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HR ops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Next steering: TODO date, Hana Ito to send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Fabrikam HR transformation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