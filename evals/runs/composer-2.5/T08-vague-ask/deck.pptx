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TODO: deck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Contoso Q3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TODO: cover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TODO: key metric or outcome for Q3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TODO: second priority for the review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TODO: third talking point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TODO: section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TODO: deck title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