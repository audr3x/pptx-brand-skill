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ODO: deck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ntoso Q3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: cover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: key metric or outcome for Q3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: second priority for the review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: third talking poi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O: section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DO: deck title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