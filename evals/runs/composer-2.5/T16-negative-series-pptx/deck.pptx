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>
    <ns0:sldId id="256" ns1:id="rId8"/>
    <ns0:sldId id="257" ns1:id="rId9"/>
    <ns0:sldId id="258" ns1:id="rId10"/>
    <ns0:sldId id="259" ns1:id="rId11"/>
  </ns0:sldIdLst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Q1</c:v>
                </c:pt>
              </c:strCache>
            </c:strRef>
          </c:tx>
          <c:spPr>
            <a:solidFill>
              <a:srgbClr val="1C98E8"/>
            </a:solidFill>
            <a:ln>
              <a:solidFill>
                <a:srgbClr val="1C98E8"/>
              </a:solidFill>
            </a:ln>
          </c:spPr>
          <c:cat>
            <c:strRef>
              <c:f>Sheet1!$A$2:$A$7</c:f>
              <c:strCache>
                <c:ptCount val="6"/>
                <c:pt idx="0">
                  <c:v>North America</c:v>
                </c:pt>
                <c:pt idx="1">
                  <c:v>Latin America</c:v>
                </c:pt>
                <c:pt idx="2">
                  <c:v>UK and Ireland</c:v>
                </c:pt>
                <c:pt idx="3">
                  <c:v>DACH</c:v>
                </c:pt>
                <c:pt idx="4">
                  <c:v>Nordics</c:v>
                </c:pt>
                <c:pt idx="5">
                  <c:v>APAC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</c:v>
                </c:pt>
                <c:pt idx="1">
                  <c:v>-4.5</c:v>
                </c:pt>
                <c:pt idx="2">
                  <c:v>3</c:v>
                </c:pt>
                <c:pt idx="3">
                  <c:v>-0.8</c:v>
                </c:pt>
                <c:pt idx="4">
                  <c:v>7.25</c:v>
                </c:pt>
                <c:pt idx="5">
                  <c:v>-15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Q2</c:v>
                </c:pt>
              </c:strCache>
            </c:strRef>
          </c:tx>
          <c:spPr>
            <a:solidFill>
              <a:srgbClr val="FEC10B"/>
            </a:solidFill>
            <a:ln>
              <a:solidFill>
                <a:srgbClr val="FEC10B"/>
              </a:solidFill>
            </a:ln>
          </c:spPr>
          <c:cat>
            <c:strRef>
              <c:f>Sheet1!$A$2:$A$7</c:f>
              <c:strCache>
                <c:ptCount val="6"/>
                <c:pt idx="0">
                  <c:v>North America</c:v>
                </c:pt>
                <c:pt idx="1">
                  <c:v>Latin America</c:v>
                </c:pt>
                <c:pt idx="2">
                  <c:v>UK and Ireland</c:v>
                </c:pt>
                <c:pt idx="3">
                  <c:v>DACH</c:v>
                </c:pt>
                <c:pt idx="4">
                  <c:v>Nordics</c:v>
                </c:pt>
                <c:pt idx="5">
                  <c:v>APAC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9</c:v>
                </c:pt>
                <c:pt idx="1">
                  <c:v>-2</c:v>
                </c:pt>
                <c:pt idx="2">
                  <c:v>5.5</c:v>
                </c:pt>
                <c:pt idx="3">
                  <c:v>1.2</c:v>
                </c:pt>
                <c:pt idx="4">
                  <c:v>-3</c:v>
                </c:pt>
                <c:pt idx="5">
                  <c:v>-11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Q3</c:v>
                </c:pt>
              </c:strCache>
            </c:strRef>
          </c:tx>
          <c:spPr>
            <a:solidFill>
              <a:srgbClr val="0057AE"/>
            </a:solidFill>
            <a:ln>
              <a:solidFill>
                <a:srgbClr val="0057AE"/>
              </a:solidFill>
            </a:ln>
          </c:spPr>
          <c:cat>
            <c:strRef>
              <c:f>Sheet1!$A$2:$A$7</c:f>
              <c:strCache>
                <c:ptCount val="6"/>
                <c:pt idx="0">
                  <c:v>North America</c:v>
                </c:pt>
                <c:pt idx="1">
                  <c:v>Latin America</c:v>
                </c:pt>
                <c:pt idx="2">
                  <c:v>UK and Ireland</c:v>
                </c:pt>
                <c:pt idx="3">
                  <c:v>DACH</c:v>
                </c:pt>
                <c:pt idx="4">
                  <c:v>Nordics</c:v>
                </c:pt>
                <c:pt idx="5">
                  <c:v>APAC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-6</c:v>
                </c:pt>
                <c:pt idx="1">
                  <c:v>0</c:v>
                </c:pt>
                <c:pt idx="2">
                  <c:v>8</c:v>
                </c:pt>
                <c:pt idx="3">
                  <c:v>2.4</c:v>
                </c:pt>
                <c:pt idx="4">
                  <c:v>-1.75</c:v>
                </c:pt>
                <c:pt idx="5">
                  <c:v>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6C1CC"/>
            </a:solidFill>
          </a:ln>
        </c:spPr>
        <c:txPr>
          <a:bodyPr/>
          <a:lstStyle/>
          <a:p>
            <a:pPr>
              <a:defRPr sz="1000">
                <a:solidFill>
                  <a:srgbClr val="0F2E66"/>
                </a:solidFill>
                <a:latin typeface="Archivo Ligh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B6C1C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B6C1CC"/>
            </a:solidFill>
          </a:ln>
        </c:spPr>
        <c:txPr>
          <a:bodyPr/>
          <a:lstStyle/>
          <a:p>
            <a:pPr>
              <a:defRPr sz="1000">
                <a:solidFill>
                  <a:srgbClr val="0F2E66"/>
                </a:solidFill>
                <a:latin typeface="Archivo Light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0F2E66"/>
              </a:solidFill>
              <a:latin typeface="Archiv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35808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Open roles by region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Quarterly net change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Net change in open roles by region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170432"/>
          <a:ext cx="8229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APAC turned positive in Q3 after two quarters of cuts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North America swung from growth to a net reduction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UK and Ireland grew every quarter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3273552"/>
            <a:ext cx="6400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FFFFFF"/>
                </a:solidFill>
                <a:latin typeface="Archivo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roles by region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