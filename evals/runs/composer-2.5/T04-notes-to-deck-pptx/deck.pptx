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  <ns0:sldId id="260" ns1:id="rId12"/>
    <ns0:sldId id="261" ns1:id="rId13"/>
    <ns0:sldId id="262" ns1:id="rId14"/>
    <ns0:sldId id="263" ns1:id="rId15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Tailspin Toys finance planning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CFO workshop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TODO: cover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Close currently takes 9 days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Target is 5 days by end of FY27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Close timeline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Agreed workstreams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Workstream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Owner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Automate intercompany recon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Priya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Standard chart of accounts across 4 entities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Marco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Daily cash dashboard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Lena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Budget ask is $380k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CFO to decide in Dec steering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 and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Entity in Brazil still on old ERP till March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Audit freeze in Jan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Priya sends recon scope by Nov 14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Marco books COA review with controllers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Lena drafts dashboard mock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Phase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Window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Focus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Phase 1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Nov-Jan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Recon and COA design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Phase 2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Feb-Apr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COA rollout and dashboard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Phase 3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May-Jun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Hypercare and measure close days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Tailspin Toys finance planning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