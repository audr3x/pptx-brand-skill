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  <ns0:sldId id="262" ns1:id="rId14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Fabrikam HR transformation status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Steering committee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TODO: meeting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61% of managers active in Workday this month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Spent $1.42M of $2.1M program budget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Adoption and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Sites live: Leeds, Porto, Austin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Denver moved to phase 3, not live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214 open support tickets, down from 390 in June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Sites and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Payroll parallel run failed twice, third run next week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Porto union consultation not started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Approve 2 extra payroll testers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Confirm Denver phase 3 timing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Asks for the COO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TODO: next steering date (Hana to send)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Fabrikam HR transformation status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