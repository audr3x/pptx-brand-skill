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Adatum workforce planning program status update for the steering committee, October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Headcount plan approved for all 14 business units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Scenario modeling live in finance since September 8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3 business units still use spreadsheets for hiring plans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Recruiting integration testing starts November 3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Data quality issues in 2 legacy HR systems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Training completed by 85% of planners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Executive dashboard draft ready for review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Budget is 4% under plan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Contractor costs are not yet included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Two open roles on the program team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Change champions named in every region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Next steering meeting on December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highlights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Kickoff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June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Requirements signed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July 14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Design 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August 22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 complete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October 10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Integration test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November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User testing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November 24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Milestones (continued)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Training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December 8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Go live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January 12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Hypercare ends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February 20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Program close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March 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Adatum workforce planning program status update for the steering committee, October 2026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