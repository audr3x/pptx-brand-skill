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35808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Open enrollment kickoff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66344" y="4535424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F2E66"/>
                </a:solidFill>
                <a:latin typeface="Archivo"/>
              </a:rPr>
              <a:t>TODO: kickoff date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Dental moves to a new carrier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The HSA employer match rises to $750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Enrollment happens fully in the Workday app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changes this year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3273552"/>
            <a:ext cx="6400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FFFFFF"/>
                </a:solidFill>
                <a:latin typeface="Archivo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enrollment kickoff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