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Opened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Sheet1!$A$2:$A$5</c:f>
              <c:strCache>
                <c:ptCount val="4"/>
                <c:pt idx="0">
                  <c:v>Q4 2025</c:v>
                </c:pt>
                <c:pt idx="1">
                  <c:v>Q1 2026</c:v>
                </c:pt>
                <c:pt idx="2">
                  <c:v>Q2 2026</c:v>
                </c:pt>
                <c:pt idx="3">
                  <c:v>Q3 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2.9</c:v>
                </c:pt>
                <c:pt idx="1">
                  <c:v>3.1</c:v>
                </c:pt>
                <c:pt idx="2">
                  <c:v>3.4</c:v>
                </c:pt>
                <c:pt idx="3">
                  <c:v>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Sheet1!$A$2:$A$5</c:f>
              <c:strCache>
                <c:ptCount val="4"/>
                <c:pt idx="0">
                  <c:v>Q4 2025</c:v>
                </c:pt>
                <c:pt idx="1">
                  <c:v>Q1 2026</c:v>
                </c:pt>
                <c:pt idx="2">
                  <c:v>Q2 2026</c:v>
                </c:pt>
                <c:pt idx="3">
                  <c:v>Q3 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2.7</c:v>
                </c:pt>
                <c:pt idx="1">
                  <c:v>3.0</c:v>
                </c:pt>
                <c:pt idx="2">
                  <c:v>3.3</c:v>
                </c:pt>
                <c:pt idx="3">
                  <c:v>3.3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/>
      <c:overlay val="1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Fabrikam quarterly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Q3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levels by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Region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Tickets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Resolved in SLA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Satisfaction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North America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1,240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96%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4.6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Europe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860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94%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4.4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Asia Pacific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610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91%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4.2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Latin America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300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97%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4.7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Middle East and Africa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190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89%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4.1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Tickets per quarter (thousands)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Cut Middle East and Africa response time to under 4 hours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Add a second support shift in Asia Pacific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Publish 20 new knowledge articles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will improve next quarter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Fabrikam quarterly business review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