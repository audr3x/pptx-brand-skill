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Meet your Workday team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Proseware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March 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ample-phot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5556" b="5556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Dana Whitfield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Client Partner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Workday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ample-phot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l="8063" r="8063"/>
          <a:stretch>
            <a:fillRect/>
          </a:stretch>
        </p:blipFill>
        <p:spPr/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Chicago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t>How Dana will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94944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93208" y="694944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93208" y="987552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A 90 day onboarding plan agreed in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65376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93208" y="1865376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Connect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3208" y="2157984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Introductions to support, training, and the user community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035808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3208" y="3035808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3208" y="3328416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A check-in every 2 weeks for the first quarter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Welcome to Workday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Meet your Workday team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