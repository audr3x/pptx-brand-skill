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Manager training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Spring 2027 cohort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January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62% of new managers have had no formal training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Exit interviews name the manager in 4 of 10 cases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The program takes 6 hours over 3 weeks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are training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Week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Topic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Format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Week 1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Giving feedback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Workshop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Week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Running one-on-ones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Role play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Week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Planning goals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Workshop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 training plan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