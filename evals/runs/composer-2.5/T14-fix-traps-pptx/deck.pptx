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Requests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52</c:v>
                </c:pt>
                <c:pt idx="2">
                  <c:v>47</c:v>
                </c:pt>
                <c:pt idx="3">
                  <c:v>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FEC10B"/>
            </a:solidFill>
            <a:ln>
              <a:solidFill>
                <a:srgbClr val="FEC10B"/>
              </a:solidFill>
            </a:ln>
          </c:spP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35</c:v>
                </c:pt>
                <c:pt idx="1">
                  <c:v>50</c:v>
                </c:pt>
                <c:pt idx="2">
                  <c:v>44</c:v>
                </c:pt>
                <c:pt idx="3">
                  <c:v>59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0F2E66"/>
              </a:solidFill>
              <a:latin typeface="Archiv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Benefits platform update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Adatum Corporation steering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What employees will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New enrollment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Employees receive a guided checklist in Workday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Mobile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Elections can be changed from the Workday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Fewer forms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Dependents are verified once per year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35808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0F2E66"/>
                </a:solidFill>
                <a:latin typeface="Archivo"/>
              </a:rPr>
              <a:t>Workday Confidential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35808" y="987552"/>
            <a:ext cx="3968496" cy="3749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98E8"/>
                </a:solidFill>
                <a:latin typeface="Archivo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35808" y="1335024"/>
            <a:ext cx="5129784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2E66"/>
                </a:solidFill>
                <a:latin typeface="Archivo"/>
              </a:rPr>
              <a:t>Where the program stands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Carrier file testing is two weeks behind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Owner: Sam Patel for carrier files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Open enrollment window cannot move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Owner: Dana Reyes, review on May 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 requests by month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Workday presentation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