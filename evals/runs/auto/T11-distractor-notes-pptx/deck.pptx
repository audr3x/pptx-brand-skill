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Fabrikam HR transformation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Steering committee status for the COO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TODO: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61% of managers active in Workday this month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Spent $1.42M of the $2.1M budget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214 open support tickets, down from 390 in June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program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sites live, Denver in 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Site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Leeds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Live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Porto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Live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Austin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Live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Denver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Moved to phase 3, not live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Payroll parallel run failed twice, third run next week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Porto union consultation not started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open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Approve 2 extra payroll testers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Confirm Denver phase 3 timing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Asks for the COO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Hana Ito, program lead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Omar Haddad, finance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Ruth Klein, HR ops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Next steering: TODO date, Hana to send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Steering committee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Fabrikam HR transformation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