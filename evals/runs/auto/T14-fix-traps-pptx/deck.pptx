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52</c:v>
                </c:pt>
                <c:pt idx="2">
                  <c:v>47</c:v>
                </c:pt>
                <c:pt idx="3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50</c:v>
                </c:pt>
                <c:pt idx="2">
                  <c:v>44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platform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Adatum Corporation steering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What employees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New enrollment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Employees receive a guided checklist in Workday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Mobile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Elections can be changed from the Workday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Fewer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Dependents are verified once per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Where the program stands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Carrier file testing is two weeks behind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Owner: Sam Patel for carrier files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Open enrollment window cannot move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Owner: Dana Reyes, review on May 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requests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Workday presentation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