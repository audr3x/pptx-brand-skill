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Sheet1!$A$2:$A$7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UK and Ireland</c:v>
                </c:pt>
                <c:pt idx="3">
                  <c:v>DACH</c:v>
                </c:pt>
                <c:pt idx="4">
                  <c:v>Nordics</c:v>
                </c:pt>
                <c:pt idx="5">
                  <c:v>APAC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-4.5</c:v>
                </c:pt>
                <c:pt idx="2">
                  <c:v>3</c:v>
                </c:pt>
                <c:pt idx="3">
                  <c:v>-0.8</c:v>
                </c:pt>
                <c:pt idx="4">
                  <c:v>7.25</c:v>
                </c:pt>
                <c:pt idx="5">
                  <c:v>-15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FEC10B"/>
            </a:solidFill>
            <a:ln>
              <a:solidFill>
                <a:srgbClr val="FEC10B"/>
              </a:solidFill>
            </a:ln>
          </c:spPr>
          <c:cat>
            <c:strRef>
              <c:f>Sheet1!$A$2:$A$7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UK and Ireland</c:v>
                </c:pt>
                <c:pt idx="3">
                  <c:v>DACH</c:v>
                </c:pt>
                <c:pt idx="4">
                  <c:v>Nordics</c:v>
                </c:pt>
                <c:pt idx="5">
                  <c:v>APAC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</c:v>
                </c:pt>
                <c:pt idx="1">
                  <c:v>-2</c:v>
                </c:pt>
                <c:pt idx="2">
                  <c:v>5.5</c:v>
                </c:pt>
                <c:pt idx="3">
                  <c:v>1.2</c:v>
                </c:pt>
                <c:pt idx="4">
                  <c:v>-3</c:v>
                </c:pt>
                <c:pt idx="5">
                  <c:v>-11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0057AE"/>
            </a:solidFill>
            <a:ln>
              <a:solidFill>
                <a:srgbClr val="0057AE"/>
              </a:solidFill>
            </a:ln>
          </c:spPr>
          <c:cat>
            <c:strRef>
              <c:f>Sheet1!$A$2:$A$7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UK and Ireland</c:v>
                </c:pt>
                <c:pt idx="3">
                  <c:v>DACH</c:v>
                </c:pt>
                <c:pt idx="4">
                  <c:v>Nordics</c:v>
                </c:pt>
                <c:pt idx="5">
                  <c:v>APAC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-6</c:v>
                </c:pt>
                <c:pt idx="1">
                  <c:v>0</c:v>
                </c:pt>
                <c:pt idx="2">
                  <c:v>8</c:v>
                </c:pt>
                <c:pt idx="3">
                  <c:v>2.4</c:v>
                </c:pt>
                <c:pt idx="4">
                  <c:v>-1.75</c:v>
                </c:pt>
                <c:pt idx="5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B6C1C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068027336"/>
        <c:crosses val="autoZero"/>
      </c:valAx>
    </c:plotArea>
    <c:legend>
      <c:legendPos/>
      <c:overlay val="1"/>
      <c:txPr>
        <a:bodyPr/>
        <a:lstStyle/>
        <a:p>
          <a:pPr>
            <a:defRPr sz="1000">
              <a:solidFill>
                <a:srgbClr val="0F2E66"/>
              </a:solidFill>
              <a:latin typeface="Archiv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 roles by region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net change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change in open roles by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APAC turned positive in Q3 after two quarters of cuts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North America swung from growth to a net reduction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UK and Ireland grew every quarter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roles by region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