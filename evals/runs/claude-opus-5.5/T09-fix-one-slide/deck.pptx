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handoutMasters/handoutMaster1.xml" ContentType="application/vnd.openxmlformats-officedocument.presentationml.handoutMaster+xml"/>
  <Override PartName="/ppt/media/image1.svg" ContentType="image/svg+xml"/>
  <Override PartName="/ppt/media/image3.svg" ContentType="image/svg+xml"/>
  <Override PartName="/ppt/media/image4.svg" ContentType="image/svg+xml"/>
  <Override PartName="/ppt/media/image5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ns0:presentation xmlns:ns0="http://schemas.openxmlformats.org/presentationml/2006/main" xmlns:ns1="http://schemas.openxmlformats.org/officeDocument/2006/relationships" xmlns:ns2="http://schemas.openxmlformats.org/drawingml/2006/main" xmlns:ns3="http://schemas.microsoft.com/office/powerpoint/2012/main" saveSubsetFonts="1" autoCompressPictures="0">
  <ns0:sldMasterIdLst>
    <ns0:sldMasterId id="2147483668" ns1:id="rId4"/>
  </ns0:sldMasterIdLst>
  <ns0:notesMasterIdLst>
    <ns0:notesMasterId ns1:id="rId20"/>
  </ns0:notesMasterIdLst>
  <ns0:handoutMasterIdLst>
    <ns0:handoutMasterId ns1:id="rId21"/>
  </ns0:handoutMasterIdLst>
  <ns0:sldIdLst>
    <ns0:sldId id="256" ns1:id="rId8"/>
    <ns0:sldId id="257" ns1:id="rId9"/>
    <ns0:sldId id="258" ns1:id="rId10"/>
    <ns0:sldId id="259" ns1:id="rId11"/>
    <ns0:sldId id="260" ns1:id="rId12"/>
    <ns0:sldId id="261" ns1:id="rId13"/>
    <ns0:sldId id="262" ns1:id="rId14"/>
  </ns0:sldIdLst>
  <ns0:sldSz cx="9144000" cy="5143500" type="screen16x9"/>
  <ns0:notesSz cx="6858000" cy="9144000"/>
  <ns0:defaultTextStyle>
    <ns2:defPPr>
      <ns2:defRPr lang="en-US"/>
    </ns2:defPPr>
    <ns2:lvl1pPr marL="0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1pPr>
    <ns2:lvl2pPr marL="457189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2pPr>
    <ns2:lvl3pPr marL="914378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3pPr>
    <ns2:lvl4pPr marL="1371566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4pPr>
    <ns2:lvl5pPr marL="1828754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5pPr>
    <ns2:lvl6pPr marL="2285943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6pPr>
    <ns2:lvl7pPr marL="2743132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7pPr>
    <ns2:lvl8pPr marL="3200320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8pPr>
    <ns2:lvl9pPr marL="3657509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9pPr>
  </ns0:defaultTextStyle>
  <ns0:extLst>
    <ns0:ext uri="{EFAFB233-063F-42B5-8137-9DF3F51BA10A}">
      <ns3:sldGuideLst>
        <ns3:guide id="1" userDrawn="1">
          <ns3:clr>
            <ns2:srgbClr val="A4A3A4"/>
          </ns3:clr>
        </ns3:guide>
        <ns3:guide id="2" pos="5760" userDrawn="1">
          <ns3:clr>
            <ns2:srgbClr val="A4A3A4"/>
          </ns3:clr>
        </ns3:guide>
        <ns3:guide id="3" pos="288" userDrawn="1">
          <ns3:clr>
            <ns2:srgbClr val="A4A3A4"/>
          </ns3:clr>
        </ns3:guide>
        <ns3:guide id="4" pos="677" userDrawn="1">
          <ns3:clr>
            <ns2:srgbClr val="A4A3A4"/>
          </ns3:clr>
        </ns3:guide>
        <ns3:guide id="5" pos="723" userDrawn="1">
          <ns3:clr>
            <ns2:srgbClr val="A4A3A4"/>
          </ns3:clr>
        </ns3:guide>
        <ns3:guide id="6" pos="1113" userDrawn="1">
          <ns3:clr>
            <ns2:srgbClr val="A4A3A4"/>
          </ns3:clr>
        </ns3:guide>
        <ns3:guide id="7" pos="1152" userDrawn="1">
          <ns3:clr>
            <ns2:srgbClr val="A4A3A4"/>
          </ns3:clr>
        </ns3:guide>
        <ns3:guide id="8" pos="1560" userDrawn="1">
          <ns3:clr>
            <ns2:srgbClr val="A4A3A4"/>
          </ns3:clr>
        </ns3:guide>
        <ns3:guide id="9" pos="1608" userDrawn="1">
          <ns3:clr>
            <ns2:srgbClr val="A4A3A4"/>
          </ns3:clr>
        </ns3:guide>
        <ns3:guide id="10" pos="1968" userDrawn="1">
          <ns3:clr>
            <ns2:srgbClr val="A4A3A4"/>
          </ns3:clr>
        </ns3:guide>
        <ns3:guide id="11" pos="2016" userDrawn="1">
          <ns3:clr>
            <ns2:srgbClr val="A4A3A4"/>
          </ns3:clr>
        </ns3:guide>
        <ns3:guide id="12" pos="2421" userDrawn="1">
          <ns3:clr>
            <ns2:srgbClr val="A4A3A4"/>
          </ns3:clr>
        </ns3:guide>
        <ns3:guide id="13" pos="2472" userDrawn="1">
          <ns3:clr>
            <ns2:srgbClr val="A4A3A4"/>
          </ns3:clr>
        </ns3:guide>
        <ns3:guide id="14" pos="2856" userDrawn="1">
          <ns3:clr>
            <ns2:srgbClr val="A4A3A4"/>
          </ns3:clr>
        </ns3:guide>
        <ns3:guide id="15" pos="2928" userDrawn="1">
          <ns3:clr>
            <ns2:srgbClr val="A4A3A4"/>
          </ns3:clr>
        </ns3:guide>
        <ns3:guide id="16" pos="3292" userDrawn="1">
          <ns3:clr>
            <ns2:srgbClr val="A4A3A4"/>
          </ns3:clr>
        </ns3:guide>
        <ns3:guide id="17" pos="3338" userDrawn="1">
          <ns3:clr>
            <ns2:srgbClr val="A4A3A4"/>
          </ns3:clr>
        </ns3:guide>
        <ns3:guide id="18" pos="3720" userDrawn="1">
          <ns3:clr>
            <ns2:srgbClr val="A4A3A4"/>
          </ns3:clr>
        </ns3:guide>
        <ns3:guide id="19" pos="3774" userDrawn="1">
          <ns3:clr>
            <ns2:srgbClr val="A4A3A4"/>
          </ns3:clr>
        </ns3:guide>
        <ns3:guide id="20" pos="4164" userDrawn="1">
          <ns3:clr>
            <ns2:srgbClr val="A4A3A4"/>
          </ns3:clr>
        </ns3:guide>
        <ns3:guide id="21" pos="4200" userDrawn="1">
          <ns3:clr>
            <ns2:srgbClr val="A4A3A4"/>
          </ns3:clr>
        </ns3:guide>
        <ns3:guide id="22" pos="4600" userDrawn="1">
          <ns3:clr>
            <ns2:srgbClr val="A4A3A4"/>
          </ns3:clr>
        </ns3:guide>
        <ns3:guide id="23" pos="4646" userDrawn="1">
          <ns3:clr>
            <ns2:srgbClr val="A4A3A4"/>
          </ns3:clr>
        </ns3:guide>
        <ns3:guide id="24" pos="5040" userDrawn="1">
          <ns3:clr>
            <ns2:srgbClr val="A4A3A4"/>
          </ns3:clr>
        </ns3:guide>
        <ns3:guide id="25" pos="5082" userDrawn="1">
          <ns3:clr>
            <ns2:srgbClr val="A4A3A4"/>
          </ns3:clr>
        </ns3:guide>
        <ns3:guide id="26" pos="5472" userDrawn="1">
          <ns3:clr>
            <ns2:srgbClr val="A4A3A4"/>
          </ns3:clr>
        </ns3:guide>
        <ns3:guide id="28" orient="horz" pos="3228" userDrawn="1">
          <ns3:clr>
            <ns2:srgbClr val="A4A3A4"/>
          </ns3:clr>
        </ns3:guide>
        <ns3:guide id="29" orient="horz" pos="228" userDrawn="1">
          <ns3:clr>
            <ns2:srgbClr val="A4A3A4"/>
          </ns3:clr>
        </ns3:guide>
        <ns3:guide id="30" orient="horz" pos="693" userDrawn="1">
          <ns3:clr>
            <ns2:srgbClr val="A4A3A4"/>
          </ns3:clr>
        </ns3:guide>
        <ns3:guide id="31" orient="horz" pos="2412" userDrawn="1">
          <ns3:clr>
            <ns2:srgbClr val="A4A3A4"/>
          </ns3:clr>
        </ns3:guide>
        <ns3:guide id="32" orient="horz" pos="1620" userDrawn="1">
          <ns3:clr>
            <ns2:srgbClr val="A4A3A4"/>
          </ns3:clr>
        </ns3:guide>
        <ns3:guide id="33" orient="horz" pos="2083" userDrawn="1">
          <ns3:clr>
            <ns2:srgbClr val="A4A3A4"/>
          </ns3:clr>
        </ns3:guide>
        <ns3:guide id="34" orient="horz" pos="2580" userDrawn="1">
          <ns3:clr>
            <ns2:srgbClr val="A4A3A4"/>
          </ns3:clr>
        </ns3:guide>
        <ns3:guide id="35" orient="horz" pos="3012" userDrawn="1">
          <ns3:clr>
            <ns2:srgbClr val="A4A3A4"/>
          </ns3:clr>
        </ns3:guide>
      </ns3:sldGuideLst>
    </ns0:ext>
    <ns0:ext uri="{2D200454-40CA-4A62-9FC3-DE9A4176ACB9}">
      <ns3:notesGuideLst/>
    </ns0:ext>
  </ns0:extLst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D8B99"/>
    <a:srgbClr val="F1F3F6"/>
    <a:srgbClr val="B6C1CC"/>
    <a:srgbClr val="525D6A"/>
    <a:srgbClr val="FC5B05"/>
    <a:srgbClr val="FD7E00"/>
    <a:srgbClr val="AB65D0"/>
    <a:srgbClr val="FFC2FD"/>
    <a:srgbClr val="6FC9D3"/>
    <a:srgbClr val="0F2E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163" autoAdjust="0"/>
    <p:restoredTop sz="95896" autoAdjust="0"/>
  </p:normalViewPr>
  <p:slideViewPr>
    <p:cSldViewPr snapToGrid="0" showGuides="1">
      <p:cViewPr varScale="1">
        <p:scale>
          <a:sx n="163" d="100"/>
          <a:sy n="163" d="100"/>
        </p:scale>
        <p:origin x="736" y="168"/>
      </p:cViewPr>
      <p:guideLst>
        <p:guide/>
        <p:guide pos="5760"/>
        <p:guide pos="288"/>
        <p:guide pos="677"/>
        <p:guide pos="723"/>
        <p:guide pos="1113"/>
        <p:guide pos="1152"/>
        <p:guide pos="1560"/>
        <p:guide pos="1608"/>
        <p:guide pos="1968"/>
        <p:guide pos="2016"/>
        <p:guide pos="2421"/>
        <p:guide pos="2472"/>
        <p:guide pos="2856"/>
        <p:guide pos="2928"/>
        <p:guide pos="3292"/>
        <p:guide pos="3338"/>
        <p:guide pos="3720"/>
        <p:guide pos="3774"/>
        <p:guide pos="4164"/>
        <p:guide pos="4200"/>
        <p:guide pos="4600"/>
        <p:guide pos="4646"/>
        <p:guide pos="5040"/>
        <p:guide pos="5082"/>
        <p:guide pos="5472"/>
        <p:guide orient="horz" pos="3228"/>
        <p:guide orient="horz" pos="228"/>
        <p:guide orient="horz" pos="693"/>
        <p:guide orient="horz" pos="2412"/>
        <p:guide orient="horz" pos="1620"/>
        <p:guide orient="horz" pos="2083"/>
        <p:guide orient="horz" pos="2580"/>
        <p:guide orient="horz" pos="3012"/>
      </p:guideLst>
    </p:cSldViewPr>
  </p:slideViewPr>
  <p:notesTextViewPr>
    <p:cViewPr>
      <p:scale>
        <a:sx n="75" d="100"/>
        <a:sy n="75" d="100"/>
      </p:scale>
      <p:origin x="0" y="0"/>
    </p:cViewPr>
  </p:notesTextViewPr>
  <p:sorterViewPr>
    <p:cViewPr>
      <p:scale>
        <a:sx n="84" d="100"/>
        <a:sy n="84" d="100"/>
      </p:scale>
      <p:origin x="0" y="0"/>
    </p:cViewPr>
  </p:sorterViewPr>
  <p:notesViewPr>
    <p:cSldViewPr snapToGrid="0" showGuides="1">
      <p:cViewPr varScale="1">
        <p:scale>
          <a:sx n="111" d="100"/>
          <a:sy n="111" d="100"/>
        </p:scale>
        <p:origin x="3978" y="102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4" Type="http://schemas.openxmlformats.org/officeDocument/2006/relationships/slideMaster" Target="slideMasters/slide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20" Type="http://schemas.openxmlformats.org/officeDocument/2006/relationships/notesMaster" Target="notesMasters/notesMaster1.xml"/><Relationship Id="rId21" Type="http://schemas.openxmlformats.org/officeDocument/2006/relationships/handoutMaster" Target="handoutMasters/handout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Requests</c:v>
                </c:pt>
              </c:strCache>
            </c:strRef>
          </c:tx>
          <c:spPr>
            <a:solidFill>
              <a:srgbClr val="1C98E8"/>
            </a:solidFill>
            <a:ln>
              <a:solidFill>
                <a:srgbClr val="1C98E8"/>
              </a:solidFill>
            </a:ln>
          </c:spPr>
          <c:cat>
            <c:strRef>
              <c:f>Sheet1!$A$2:$A$5</c:f>
              <c:strCache>
                <c:ptCount val="4"/>
                <c:pt idx="0">
                  <c:v>January</c:v>
                </c:pt>
                <c:pt idx="1">
                  <c:v>February</c:v>
                </c:pt>
                <c:pt idx="2">
                  <c:v>March</c:v>
                </c:pt>
                <c:pt idx="3">
                  <c:v>April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</c:v>
                </c:pt>
                <c:pt idx="1">
                  <c:v>18</c:v>
                </c:pt>
                <c:pt idx="2">
                  <c:v>15</c:v>
                </c:pt>
                <c:pt idx="3">
                  <c:v>25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Completed</c:v>
                </c:pt>
              </c:strCache>
            </c:strRef>
          </c:tx>
          <c:spPr>
            <a:solidFill>
              <a:srgbClr val="FEC10B"/>
            </a:solidFill>
            <a:ln>
              <a:solidFill>
                <a:srgbClr val="FEC10B"/>
              </a:solidFill>
            </a:ln>
          </c:spPr>
          <c:cat>
            <c:strRef>
              <c:f>Sheet1!$A$2:$A$5</c:f>
              <c:strCache>
                <c:ptCount val="4"/>
                <c:pt idx="0">
                  <c:v>January</c:v>
                </c:pt>
                <c:pt idx="1">
                  <c:v>February</c:v>
                </c:pt>
                <c:pt idx="2">
                  <c:v>March</c:v>
                </c:pt>
                <c:pt idx="3">
                  <c:v>April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9</c:v>
                </c:pt>
                <c:pt idx="1">
                  <c:v>14</c:v>
                </c:pt>
                <c:pt idx="2">
                  <c:v>13</c:v>
                </c:pt>
                <c:pt idx="3">
                  <c:v>19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B6C1CC"/>
            </a:solidFill>
          </a:ln>
        </c:spPr>
        <c:txPr>
          <a:bodyPr/>
          <a:lstStyle/>
          <a:p>
            <a:pPr>
              <a:defRPr sz="1000">
                <a:solidFill>
                  <a:srgbClr val="0F2E66"/>
                </a:solidFill>
                <a:latin typeface="Archivo Light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B6C1CC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B6C1CC"/>
            </a:solidFill>
          </a:ln>
        </c:spPr>
        <c:txPr>
          <a:bodyPr/>
          <a:lstStyle/>
          <a:p>
            <a:pPr>
              <a:defRPr sz="1000">
                <a:solidFill>
                  <a:srgbClr val="0F2E66"/>
                </a:solidFill>
                <a:latin typeface="Archivo Light"/>
              </a:defRPr>
            </a:pPr>
          </a:p>
        </c:txPr>
        <c:crossAx val="-2068027336"/>
        <c:crosses val="autoZero"/>
      </c:valAx>
    </c:plotArea>
    <c:legend>
      <c:legendPos/>
      <c:overlay val="1"/>
      <c:txPr>
        <a:bodyPr/>
        <a:lstStyle/>
        <a:p>
          <a:pPr>
            <a:defRPr sz="1000">
              <a:solidFill>
                <a:srgbClr val="0F2E66"/>
              </a:solidFill>
              <a:latin typeface="Archivo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>
              <a:latin typeface="Archivo" pitchFamily="2" charset="77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DF8A5B9-D8CE-48F4-8307-A5BD99B9772F}" type="datetimeFigureOut">
              <a:rPr lang="en-US" smtClean="0">
                <a:latin typeface="Archivo" pitchFamily="2" charset="77"/>
              </a:rPr>
              <a:t>10/15/26</a:t>
            </a:fld>
            <a:endParaRPr lang="en-US" dirty="0">
              <a:latin typeface="Archivo" pitchFamily="2" charset="77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>
              <a:latin typeface="Archivo" pitchFamily="2" charset="77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39D4B7-91D4-4610-9427-7DE43E8838AF}" type="slidenum">
              <a:rPr lang="en-US" smtClean="0">
                <a:latin typeface="Archivo" pitchFamily="2" charset="77"/>
              </a:rPr>
              <a:t>‹#›</a:t>
            </a:fld>
            <a:endParaRPr lang="en-US" dirty="0">
              <a:latin typeface="Archivo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9620882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b="0" i="0">
                <a:latin typeface="Archivo" pitchFamily="2" charset="77"/>
              </a:defRPr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b="0" i="0">
                <a:latin typeface="Archivo" pitchFamily="2" charset="77"/>
              </a:defRPr>
            </a:lvl1pPr>
          </a:lstStyle>
          <a:p>
            <a:fld id="{01D22E7C-CE56-4581-956F-C20F96B0B492}" type="datetimeFigureOut">
              <a:rPr lang="en-US" smtClean="0"/>
              <a:pPr/>
              <a:t>10/15/26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b="0" i="0">
                <a:latin typeface="Archivo" pitchFamily="2" charset="77"/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b="0" i="0">
                <a:latin typeface="Archivo" pitchFamily="2" charset="77"/>
              </a:defRPr>
            </a:lvl1pPr>
          </a:lstStyle>
          <a:p>
            <a:fld id="{8D1490A1-A535-4809-9C00-23A56030EAB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91934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1pPr>
    <a:lvl2pPr marL="457189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2pPr>
    <a:lvl3pPr marL="914378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3pPr>
    <a:lvl4pPr marL="1371566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4pPr>
    <a:lvl5pPr marL="1828754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5pPr>
    <a:lvl6pPr marL="2285943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132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Cover. Gradient and smile come from the Title Slide layout.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Title layout. Title is drawn in the open field beside the rail.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Title and Content layout. Bullets use the layout list style.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Half-width title on the left. Numbered items on the right.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Title Only layout plus an on-brand table in the content well.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Column chart using Water Cooler then Lunch Break.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Bumper Slide. Centered smile on Ink. Optional Paper caption.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sv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phic 3">
            <a:extLst>
              <a:ext uri="{FF2B5EF4-FFF2-40B4-BE49-F238E27FC236}">
                <a16:creationId xmlns:a16="http://schemas.microsoft.com/office/drawing/2014/main" id="{254240D9-0BF1-44C8-2515-8B5B640FD6D3}"/>
              </a:ext>
            </a:extLst>
          </p:cNvPr>
          <p:cNvPicPr>
            <a:picLocks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2703" r="2703"/>
          <a:stretch/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7019D6E0-80D8-BC37-08F9-68F5C133FCE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611868" y="471062"/>
            <a:ext cx="1227751" cy="58049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 userDrawn="1">
            <p:ph type="ctrTitle" hasCustomPrompt="1"/>
          </p:nvPr>
        </p:nvSpPr>
        <p:spPr>
          <a:xfrm>
            <a:off x="466344" y="3228368"/>
            <a:ext cx="7886699" cy="590931"/>
          </a:xfrm>
        </p:spPr>
        <p:txBody>
          <a:bodyPr vert="horz" lIns="91440" tIns="45720" rIns="0" bIns="45720" rtlCol="0" anchor="b">
            <a:sp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defRPr lang="en-US" sz="3600" dirty="0">
                <a:solidFill>
                  <a:schemeClr val="tx1"/>
                </a:solidFill>
              </a:defRPr>
            </a:lvl1pPr>
          </a:lstStyle>
          <a:p>
            <a:pPr marL="0" lvl="0" indent="0" algn="ctr" defTabSz="914355">
              <a:spcBef>
                <a:spcPct val="20000"/>
              </a:spcBef>
              <a:buClr>
                <a:srgbClr val="0067AB"/>
              </a:buClr>
              <a:buFont typeface="Arial" panose="020B0604020202020204" pitchFamily="34" charset="0"/>
            </a:pPr>
            <a:r>
              <a:rPr lang="en-US" dirty="0"/>
              <a:t>Insert Presentation Title</a:t>
            </a:r>
          </a:p>
        </p:txBody>
      </p:sp>
      <p:sp>
        <p:nvSpPr>
          <p:cNvPr id="3" name="Subtitle 2"/>
          <p:cNvSpPr>
            <a:spLocks noGrp="1"/>
          </p:cNvSpPr>
          <p:nvPr userDrawn="1">
            <p:ph type="subTitle" idx="1" hasCustomPrompt="1"/>
          </p:nvPr>
        </p:nvSpPr>
        <p:spPr>
          <a:xfrm>
            <a:off x="466344" y="3813048"/>
            <a:ext cx="7886699" cy="338554"/>
          </a:xfrm>
          <a:noFill/>
        </p:spPr>
        <p:txBody>
          <a:bodyPr vert="horz" wrap="square" lIns="91440" tIns="45720" rIns="0" bIns="45720" rtlCol="0" anchor="t" anchorCtr="0">
            <a:spAutoFit/>
          </a:bodyPr>
          <a:lstStyle>
            <a:lvl1pPr marL="0" indent="-285736" algn="l">
              <a:spcBef>
                <a:spcPts val="0"/>
              </a:spcBef>
              <a:spcAft>
                <a:spcPts val="0"/>
              </a:spcAft>
              <a:buNone/>
              <a:defRPr lang="en-US" sz="1600" b="0" i="0" baseline="0" dirty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pPr lvl="0" indent="0" algn="ctr"/>
            <a:r>
              <a:rPr lang="en-US" dirty="0"/>
              <a:t>Insert Subtitle</a:t>
            </a:r>
          </a:p>
        </p:txBody>
      </p:sp>
    </p:spTree>
    <p:extLst>
      <p:ext uri="{BB962C8B-B14F-4D97-AF65-F5344CB8AC3E}">
        <p14:creationId xmlns:p14="http://schemas.microsoft.com/office/powerpoint/2010/main" val="25051670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_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>
            <a:extLst>
              <a:ext uri="{FF2B5EF4-FFF2-40B4-BE49-F238E27FC236}">
                <a16:creationId xmlns:a16="http://schemas.microsoft.com/office/drawing/2014/main" id="{5D64F686-57CC-A98B-9741-2D9301FCB59C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631" b="18082"/>
          <a:stretch/>
        </p:blipFill>
        <p:spPr>
          <a:xfrm>
            <a:off x="-1" y="1"/>
            <a:ext cx="9144001" cy="5143499"/>
          </a:xfrm>
          <a:prstGeom prst="rect">
            <a:avLst/>
          </a:prstGeom>
        </p:spPr>
      </p:pic>
      <p:sp>
        <p:nvSpPr>
          <p:cNvPr id="10" name="Picture Placeholder 9"/>
          <p:cNvSpPr>
            <a:spLocks noGrp="1" noChangeAspect="1"/>
          </p:cNvSpPr>
          <p:nvPr userDrawn="1">
            <p:ph type="pic" sz="quarter" idx="13" hasCustomPrompt="1"/>
          </p:nvPr>
        </p:nvSpPr>
        <p:spPr>
          <a:xfrm>
            <a:off x="2067336" y="1428750"/>
            <a:ext cx="2286000" cy="2286000"/>
          </a:xfrm>
          <a:prstGeom prst="roundRect">
            <a:avLst>
              <a:gd name="adj" fmla="val 1846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13" name="Speaker Name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4589219" y="2102713"/>
            <a:ext cx="3794760" cy="424732"/>
          </a:xfrm>
        </p:spPr>
        <p:txBody>
          <a:bodyPr wrap="square" anchor="b">
            <a:spAutoFit/>
          </a:bodyPr>
          <a:lstStyle>
            <a:lvl1pPr marL="0" indent="0" algn="l" defTabSz="685783" rtl="0" eaLnBrk="1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FontTx/>
              <a:buNone/>
              <a:defRPr lang="en-US" sz="2400" b="1" kern="1200" spc="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14" name="Title and Company"/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4589219" y="2452176"/>
            <a:ext cx="3794760" cy="369332"/>
          </a:xfrm>
        </p:spPr>
        <p:txBody>
          <a:bodyPr wrap="square" anchor="t">
            <a:spAutoFit/>
          </a:bodyPr>
          <a:lstStyle>
            <a:lvl1pPr marL="0" indent="0" algn="l" defTabSz="685783" rtl="0" eaLnBrk="1" latinLnBrk="0" hangingPunct="1">
              <a:spcBef>
                <a:spcPct val="0"/>
              </a:spcBef>
              <a:spcAft>
                <a:spcPts val="0"/>
              </a:spcAft>
              <a:buFontTx/>
              <a:buNone/>
              <a:defRPr lang="en-US" sz="1800" b="0" kern="1200" spc="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20" name="Footer Placeholder 3">
            <a:extLst>
              <a:ext uri="{FF2B5EF4-FFF2-40B4-BE49-F238E27FC236}">
                <a16:creationId xmlns:a16="http://schemas.microsoft.com/office/drawing/2014/main" id="{8DBC52C4-15F9-9B28-8360-0A0ED19F7B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ext Placeholder 66">
            <a:extLst>
              <a:ext uri="{FF2B5EF4-FFF2-40B4-BE49-F238E27FC236}">
                <a16:creationId xmlns:a16="http://schemas.microsoft.com/office/drawing/2014/main" id="{ECED8574-261F-F136-7938-7C01CA79A2C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89220" y="2834104"/>
            <a:ext cx="3794760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lang="en-US" sz="1200" b="0" i="0" kern="1200" spc="0" dirty="0">
                <a:solidFill>
                  <a:schemeClr val="tx2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marL="0" marR="0" lvl="0" indent="0" algn="l" defTabSz="685783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>
                <a:srgbClr val="0F2E66"/>
              </a:buClr>
              <a:buSzTx/>
              <a:buFontTx/>
              <a:buNone/>
              <a:tabLst/>
            </a:pPr>
            <a:r>
              <a:rPr lang="en-US" dirty="0"/>
              <a:t>Insert Company Name</a:t>
            </a:r>
          </a:p>
        </p:txBody>
      </p:sp>
    </p:spTree>
    <p:extLst>
      <p:ext uri="{BB962C8B-B14F-4D97-AF65-F5344CB8AC3E}">
        <p14:creationId xmlns:p14="http://schemas.microsoft.com/office/powerpoint/2010/main" val="8332448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_Thr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6BCE5B81-5FA5-A80F-BCC5-808C2E19AB2F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631" b="18082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1" name="Picture Placeholder 9"/>
          <p:cNvSpPr>
            <a:spLocks noGrp="1" noChangeAspect="1"/>
          </p:cNvSpPr>
          <p:nvPr>
            <p:ph type="pic" sz="quarter" idx="19" hasCustomPrompt="1"/>
          </p:nvPr>
        </p:nvSpPr>
        <p:spPr>
          <a:xfrm>
            <a:off x="925128" y="1260376"/>
            <a:ext cx="1830123" cy="1828800"/>
          </a:xfrm>
          <a:prstGeom prst="roundRect">
            <a:avLst>
              <a:gd name="adj" fmla="val 2520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7" name="Picture Placeholder 9"/>
          <p:cNvSpPr>
            <a:spLocks noGrp="1" noChangeAspect="1"/>
          </p:cNvSpPr>
          <p:nvPr>
            <p:ph type="pic" sz="quarter" idx="21" hasCustomPrompt="1"/>
          </p:nvPr>
        </p:nvSpPr>
        <p:spPr>
          <a:xfrm>
            <a:off x="6463571" y="1260376"/>
            <a:ext cx="1830123" cy="1828800"/>
          </a:xfrm>
          <a:prstGeom prst="roundRect">
            <a:avLst>
              <a:gd name="adj" fmla="val 2520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6" name="Picture Placeholder 9"/>
          <p:cNvSpPr>
            <a:spLocks noGrp="1" noChangeAspect="1"/>
          </p:cNvSpPr>
          <p:nvPr>
            <p:ph type="pic" sz="quarter" idx="20" hasCustomPrompt="1"/>
          </p:nvPr>
        </p:nvSpPr>
        <p:spPr>
          <a:xfrm>
            <a:off x="3651457" y="1260376"/>
            <a:ext cx="1830123" cy="1828800"/>
          </a:xfrm>
          <a:prstGeom prst="roundRect">
            <a:avLst>
              <a:gd name="adj" fmla="val 2520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3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2205318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378" rtl="0" eaLnBrk="1" latinLnBrk="0" hangingPunct="1">
              <a:defRPr sz="800" b="0" i="0" kern="1200">
                <a:solidFill>
                  <a:schemeClr val="tx1">
                    <a:tint val="75000"/>
                  </a:schemeClr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45718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78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66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54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943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132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320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50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Workday Confidential</a:t>
            </a:r>
            <a:endParaRPr lang="en-US" dirty="0"/>
          </a:p>
        </p:txBody>
      </p:sp>
      <p:sp>
        <p:nvSpPr>
          <p:cNvPr id="90" name="Text Placeholder 66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469447" y="3218207"/>
            <a:ext cx="2743200" cy="338554"/>
          </a:xfrm>
        </p:spPr>
        <p:txBody>
          <a:bodyPr anchor="b" anchorCtr="0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91" name="Text Placeholder 66"/>
          <p:cNvSpPr>
            <a:spLocks noGrp="1"/>
          </p:cNvSpPr>
          <p:nvPr>
            <p:ph type="body" sz="quarter" idx="11" hasCustomPrompt="1"/>
          </p:nvPr>
        </p:nvSpPr>
        <p:spPr>
          <a:xfrm>
            <a:off x="469447" y="3506871"/>
            <a:ext cx="2743200" cy="276999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92" name="Text Placeholder 66"/>
          <p:cNvSpPr>
            <a:spLocks noGrp="1"/>
          </p:cNvSpPr>
          <p:nvPr>
            <p:ph type="body" sz="quarter" idx="12" hasCustomPrompt="1"/>
          </p:nvPr>
        </p:nvSpPr>
        <p:spPr>
          <a:xfrm>
            <a:off x="469447" y="3812884"/>
            <a:ext cx="2743200" cy="261610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1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5" name="Text Placeholder 66"/>
          <p:cNvSpPr>
            <a:spLocks noGrp="1"/>
          </p:cNvSpPr>
          <p:nvPr>
            <p:ph type="body" sz="quarter" idx="13" hasCustomPrompt="1"/>
          </p:nvPr>
        </p:nvSpPr>
        <p:spPr>
          <a:xfrm>
            <a:off x="3194919" y="3218207"/>
            <a:ext cx="2743200" cy="338554"/>
          </a:xfrm>
        </p:spPr>
        <p:txBody>
          <a:bodyPr anchor="b" anchorCtr="0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6" name="Text Placeholder 66"/>
          <p:cNvSpPr>
            <a:spLocks noGrp="1"/>
          </p:cNvSpPr>
          <p:nvPr>
            <p:ph type="body" sz="quarter" idx="14" hasCustomPrompt="1"/>
          </p:nvPr>
        </p:nvSpPr>
        <p:spPr>
          <a:xfrm>
            <a:off x="3194919" y="3506871"/>
            <a:ext cx="2743200" cy="276999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67" name="Text Placeholder 66"/>
          <p:cNvSpPr>
            <a:spLocks noGrp="1"/>
          </p:cNvSpPr>
          <p:nvPr>
            <p:ph type="body" sz="quarter" idx="15" hasCustomPrompt="1"/>
          </p:nvPr>
        </p:nvSpPr>
        <p:spPr>
          <a:xfrm>
            <a:off x="3194919" y="3812884"/>
            <a:ext cx="2743200" cy="261610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1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8" name="Text Placeholder 66"/>
          <p:cNvSpPr>
            <a:spLocks noGrp="1"/>
          </p:cNvSpPr>
          <p:nvPr>
            <p:ph type="body" sz="quarter" idx="16" hasCustomPrompt="1"/>
          </p:nvPr>
        </p:nvSpPr>
        <p:spPr>
          <a:xfrm>
            <a:off x="6007033" y="3218207"/>
            <a:ext cx="2743200" cy="338554"/>
          </a:xfrm>
        </p:spPr>
        <p:txBody>
          <a:bodyPr anchor="b" anchorCtr="0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9" name="Text Placeholder 66"/>
          <p:cNvSpPr>
            <a:spLocks noGrp="1"/>
          </p:cNvSpPr>
          <p:nvPr>
            <p:ph type="body" sz="quarter" idx="17" hasCustomPrompt="1"/>
          </p:nvPr>
        </p:nvSpPr>
        <p:spPr>
          <a:xfrm>
            <a:off x="6007033" y="3506871"/>
            <a:ext cx="2743200" cy="276999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70" name="Text Placeholder 66"/>
          <p:cNvSpPr>
            <a:spLocks noGrp="1"/>
          </p:cNvSpPr>
          <p:nvPr>
            <p:ph type="body" sz="quarter" idx="18" hasCustomPrompt="1"/>
          </p:nvPr>
        </p:nvSpPr>
        <p:spPr>
          <a:xfrm>
            <a:off x="6007033" y="3812884"/>
            <a:ext cx="2743200" cy="261610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1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</p:spTree>
    <p:extLst>
      <p:ext uri="{BB962C8B-B14F-4D97-AF65-F5344CB8AC3E}">
        <p14:creationId xmlns:p14="http://schemas.microsoft.com/office/powerpoint/2010/main" val="19071253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_Fou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22A71D6F-AE6B-0F70-1969-9AFF111614CC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631" b="18082"/>
          <a:stretch/>
        </p:blipFill>
        <p:spPr>
          <a:xfrm>
            <a:off x="-1" y="0"/>
            <a:ext cx="9144001" cy="5143500"/>
          </a:xfrm>
          <a:prstGeom prst="rect">
            <a:avLst/>
          </a:prstGeom>
        </p:spPr>
      </p:pic>
      <p:sp>
        <p:nvSpPr>
          <p:cNvPr id="21" name="Picture Placeholder 9"/>
          <p:cNvSpPr>
            <a:spLocks noGrp="1" noChangeAspect="1"/>
          </p:cNvSpPr>
          <p:nvPr>
            <p:ph type="pic" sz="quarter" idx="19" hasCustomPrompt="1"/>
          </p:nvPr>
        </p:nvSpPr>
        <p:spPr>
          <a:xfrm>
            <a:off x="659684" y="788803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7" name="Picture Placeholder 9"/>
          <p:cNvSpPr>
            <a:spLocks noGrp="1" noChangeAspect="1"/>
          </p:cNvSpPr>
          <p:nvPr>
            <p:ph type="pic" sz="quarter" idx="21" hasCustomPrompt="1"/>
          </p:nvPr>
        </p:nvSpPr>
        <p:spPr>
          <a:xfrm>
            <a:off x="659395" y="2880110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6" name="Picture Placeholder 9"/>
          <p:cNvSpPr>
            <a:spLocks noGrp="1" noChangeAspect="1"/>
          </p:cNvSpPr>
          <p:nvPr>
            <p:ph type="pic" sz="quarter" idx="20" hasCustomPrompt="1"/>
          </p:nvPr>
        </p:nvSpPr>
        <p:spPr>
          <a:xfrm>
            <a:off x="4609129" y="788803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3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2205318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378" rtl="0" eaLnBrk="1" latinLnBrk="0" hangingPunct="1">
              <a:defRPr sz="800" b="0" i="0" kern="1200">
                <a:solidFill>
                  <a:schemeClr val="tx1">
                    <a:tint val="75000"/>
                  </a:schemeClr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45718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78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66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54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943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132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320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50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90" name="Text Placeholder 66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2249424" y="1106424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91" name="Text Placeholder 66"/>
          <p:cNvSpPr>
            <a:spLocks noGrp="1"/>
          </p:cNvSpPr>
          <p:nvPr>
            <p:ph type="body" sz="quarter" idx="11" hasCustomPrompt="1"/>
          </p:nvPr>
        </p:nvSpPr>
        <p:spPr>
          <a:xfrm>
            <a:off x="2249424" y="1371600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92" name="Text Placeholder 66"/>
          <p:cNvSpPr>
            <a:spLocks noGrp="1"/>
          </p:cNvSpPr>
          <p:nvPr>
            <p:ph type="body" sz="quarter" idx="12" hasCustomPrompt="1"/>
          </p:nvPr>
        </p:nvSpPr>
        <p:spPr>
          <a:xfrm>
            <a:off x="2249424" y="1661962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5" name="Text Placeholder 66"/>
          <p:cNvSpPr>
            <a:spLocks noGrp="1"/>
          </p:cNvSpPr>
          <p:nvPr>
            <p:ph type="body" sz="quarter" idx="13" hasCustomPrompt="1"/>
          </p:nvPr>
        </p:nvSpPr>
        <p:spPr>
          <a:xfrm>
            <a:off x="2249424" y="3200400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6" name="Text Placeholder 66"/>
          <p:cNvSpPr>
            <a:spLocks noGrp="1"/>
          </p:cNvSpPr>
          <p:nvPr>
            <p:ph type="body" sz="quarter" idx="14" hasCustomPrompt="1"/>
          </p:nvPr>
        </p:nvSpPr>
        <p:spPr>
          <a:xfrm>
            <a:off x="2249424" y="3456432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67" name="Text Placeholder 66"/>
          <p:cNvSpPr>
            <a:spLocks noGrp="1"/>
          </p:cNvSpPr>
          <p:nvPr>
            <p:ph type="body" sz="quarter" idx="15" hasCustomPrompt="1"/>
          </p:nvPr>
        </p:nvSpPr>
        <p:spPr>
          <a:xfrm>
            <a:off x="2249424" y="3755938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8" name="Text Placeholder 66"/>
          <p:cNvSpPr>
            <a:spLocks noGrp="1"/>
          </p:cNvSpPr>
          <p:nvPr>
            <p:ph type="body" sz="quarter" idx="16" hasCustomPrompt="1"/>
          </p:nvPr>
        </p:nvSpPr>
        <p:spPr>
          <a:xfrm>
            <a:off x="6202124" y="1106424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9" name="Text Placeholder 66"/>
          <p:cNvSpPr>
            <a:spLocks noGrp="1"/>
          </p:cNvSpPr>
          <p:nvPr>
            <p:ph type="body" sz="quarter" idx="17" hasCustomPrompt="1"/>
          </p:nvPr>
        </p:nvSpPr>
        <p:spPr>
          <a:xfrm>
            <a:off x="6202124" y="1371600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70" name="Text Placeholder 66"/>
          <p:cNvSpPr>
            <a:spLocks noGrp="1"/>
          </p:cNvSpPr>
          <p:nvPr>
            <p:ph type="body" sz="quarter" idx="18" hasCustomPrompt="1"/>
          </p:nvPr>
        </p:nvSpPr>
        <p:spPr>
          <a:xfrm>
            <a:off x="6202124" y="1661962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59" name="Picture Placeholder 9">
            <a:extLst>
              <a:ext uri="{FF2B5EF4-FFF2-40B4-BE49-F238E27FC236}">
                <a16:creationId xmlns:a16="http://schemas.microsoft.com/office/drawing/2014/main" id="{6C5F0E68-AC0A-724A-BA5D-FFB570DE0FB2}"/>
              </a:ext>
            </a:extLst>
          </p:cNvPr>
          <p:cNvSpPr>
            <a:spLocks noGrp="1" noChangeAspect="1"/>
          </p:cNvSpPr>
          <p:nvPr>
            <p:ph type="pic" sz="quarter" idx="22" hasCustomPrompt="1"/>
          </p:nvPr>
        </p:nvSpPr>
        <p:spPr>
          <a:xfrm>
            <a:off x="4609129" y="2880399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61" name="Text Placeholder 66">
            <a:extLst>
              <a:ext uri="{FF2B5EF4-FFF2-40B4-BE49-F238E27FC236}">
                <a16:creationId xmlns:a16="http://schemas.microsoft.com/office/drawing/2014/main" id="{6F593F01-16C6-614E-B377-1AD23E81727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202124" y="3200400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2" name="Text Placeholder 66">
            <a:extLst>
              <a:ext uri="{FF2B5EF4-FFF2-40B4-BE49-F238E27FC236}">
                <a16:creationId xmlns:a16="http://schemas.microsoft.com/office/drawing/2014/main" id="{EFD62763-B86C-4448-AEA6-DAF60AC6D19E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202124" y="3456432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63" name="Text Placeholder 66">
            <a:extLst>
              <a:ext uri="{FF2B5EF4-FFF2-40B4-BE49-F238E27FC236}">
                <a16:creationId xmlns:a16="http://schemas.microsoft.com/office/drawing/2014/main" id="{43654C28-A260-FC45-B0F6-50DB5AE61CD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202124" y="3755938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</p:spTree>
    <p:extLst>
      <p:ext uri="{BB962C8B-B14F-4D97-AF65-F5344CB8AC3E}">
        <p14:creationId xmlns:p14="http://schemas.microsoft.com/office/powerpoint/2010/main" val="13933278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/>
          <p:cNvSpPr>
            <a:spLocks noGrp="1"/>
          </p:cNvSpPr>
          <p:nvPr>
            <p:ph sz="quarter" idx="14"/>
          </p:nvPr>
        </p:nvSpPr>
        <p:spPr>
          <a:xfrm>
            <a:off x="457200" y="1225899"/>
            <a:ext cx="8229600" cy="3417542"/>
          </a:xfrm>
        </p:spPr>
        <p:txBody>
          <a:bodyPr/>
          <a:lstStyle>
            <a:lvl1pPr marL="228600" indent="-228600">
              <a:buClr>
                <a:schemeClr val="tx1"/>
              </a:buClr>
              <a:buFont typeface="Arial" panose="020B0604020202020204" pitchFamily="34" charset="0"/>
              <a:buChar char="•"/>
              <a:tabLst/>
              <a:defRPr sz="20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1pPr>
            <a:lvl2pPr marL="573088" indent="-207963">
              <a:spcBef>
                <a:spcPts val="0"/>
              </a:spcBef>
              <a:buClr>
                <a:schemeClr val="tx1"/>
              </a:buClr>
              <a:buFont typeface="Arial" panose="020B0604020202020204" pitchFamily="34" charset="0"/>
              <a:buChar char="‒"/>
              <a:tabLst/>
              <a:defRPr sz="16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2pPr>
            <a:lvl3pPr marL="915988" indent="-230188">
              <a:spcBef>
                <a:spcPts val="0"/>
              </a:spcBef>
              <a:buClr>
                <a:schemeClr val="tx1"/>
              </a:buClr>
              <a:buFont typeface="Wingdings" panose="05000000000000000000" pitchFamily="2" charset="2"/>
              <a:buChar char="§"/>
              <a:tabLst/>
              <a:defRPr sz="14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3pPr>
            <a:lvl4pPr marL="1200150" indent="-193675"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Font typeface="Courier New" panose="02070309020205020404" pitchFamily="49" charset="0"/>
              <a:buChar char="o"/>
              <a:tabLst/>
              <a:defRPr sz="12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4pPr>
            <a:lvl5pPr marL="1544638" indent="-219075"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Font typeface="Lucida Grande" panose="020B0600040502020204" pitchFamily="34" charset="0"/>
              <a:buChar char="◆"/>
              <a:tabLst/>
              <a:defRPr sz="11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5pPr>
            <a:lvl6pPr>
              <a:defRPr sz="1050" b="0" i="0">
                <a:latin typeface="Archivo Light" pitchFamily="2" charset="77"/>
                <a:cs typeface="Archivo Light" pitchFamily="2" charset="77"/>
              </a:defRPr>
            </a:lvl6pPr>
            <a:lvl7pPr>
              <a:defRPr sz="1000" b="0" i="0">
                <a:latin typeface="Archivo Light" pitchFamily="2" charset="77"/>
                <a:cs typeface="Archivo Light" pitchFamily="2" charset="77"/>
              </a:defRPr>
            </a:lvl7pPr>
            <a:lvl8pPr marL="2400240" indent="0">
              <a:buNone/>
              <a:defRPr/>
            </a:lvl8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Sixth level</a:t>
            </a:r>
          </a:p>
          <a:p>
            <a:pPr lvl="6"/>
            <a:r>
              <a:rPr lang="en-US" b="0" i="0" dirty="0">
                <a:latin typeface="Archivo Light" pitchFamily="2" charset="77"/>
                <a:cs typeface="Archivo Light" pitchFamily="2" charset="77"/>
              </a:rPr>
              <a:t>Seventh level</a:t>
            </a:r>
          </a:p>
        </p:txBody>
      </p:sp>
      <p:sp>
        <p:nvSpPr>
          <p:cNvPr id="8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7" name="Title 3">
            <a:extLst>
              <a:ext uri="{FF2B5EF4-FFF2-40B4-BE49-F238E27FC236}">
                <a16:creationId xmlns:a16="http://schemas.microsoft.com/office/drawing/2014/main" id="{170358C9-ACB7-8CF3-4042-EE3E042901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1774893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57200" y="374904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BA79A55-E0B0-301F-AEF3-E07AAED537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27436906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_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dient Background">
            <a:extLst>
              <a:ext uri="{FF2B5EF4-FFF2-40B4-BE49-F238E27FC236}">
                <a16:creationId xmlns:a16="http://schemas.microsoft.com/office/drawing/2014/main" id="{DEC99A5D-A958-2AA3-9088-2454A064862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b="38103"/>
          <a:stretch/>
        </p:blipFill>
        <p:spPr>
          <a:xfrm>
            <a:off x="0" y="1"/>
            <a:ext cx="9144000" cy="5143500"/>
          </a:xfrm>
          <a:prstGeom prst="rect">
            <a:avLst/>
          </a:prstGeom>
        </p:spPr>
      </p:pic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57200" y="374904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BA79A55-E0B0-301F-AEF3-E07AAED537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8071902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2_Head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029E22-2D2C-4919-068B-0D44F4F533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939D85AB-4F32-EC22-69FE-C18FF8E39B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3383280" cy="867930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7284490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2 Headline_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dient Background">
            <a:extLst>
              <a:ext uri="{FF2B5EF4-FFF2-40B4-BE49-F238E27FC236}">
                <a16:creationId xmlns:a16="http://schemas.microsoft.com/office/drawing/2014/main" id="{110473C2-41D6-31A4-79AD-8B8E9560E44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b="38103"/>
          <a:stretch/>
        </p:blipFill>
        <p:spPr>
          <a:xfrm>
            <a:off x="0" y="1"/>
            <a:ext cx="9144000" cy="5143500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029E22-2D2C-4919-068B-0D44F4F533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939D85AB-4F32-EC22-69FE-C18FF8E39B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3383280" cy="867930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9296337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Wide Gradient Strip">
            <a:extLst>
              <a:ext uri="{FF2B5EF4-FFF2-40B4-BE49-F238E27FC236}">
                <a16:creationId xmlns:a16="http://schemas.microsoft.com/office/drawing/2014/main" id="{63B00453-C33F-AE2C-6374-4AE4EBCEA8A2}"/>
              </a:ext>
            </a:extLst>
          </p:cNvPr>
          <p:cNvPicPr/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4365" r="70596"/>
          <a:stretch/>
        </p:blipFill>
        <p:spPr>
          <a:xfrm>
            <a:off x="-1" y="-2286"/>
            <a:ext cx="2508653" cy="5148072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C8C87D5-F843-CC11-7969-A92042932A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35808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34453910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dient Strip">
            <a:extLst>
              <a:ext uri="{FF2B5EF4-FFF2-40B4-BE49-F238E27FC236}">
                <a16:creationId xmlns:a16="http://schemas.microsoft.com/office/drawing/2014/main" id="{6C47EC56-8F17-9FA1-112D-CA3BBBEAD57F}"/>
              </a:ext>
            </a:extLst>
          </p:cNvPr>
          <p:cNvPicPr>
            <a:picLocks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4366" r="92366"/>
          <a:stretch/>
        </p:blipFill>
        <p:spPr>
          <a:xfrm>
            <a:off x="0" y="-2286"/>
            <a:ext cx="327412" cy="5148072"/>
          </a:xfrm>
          <a:prstGeom prst="rect">
            <a:avLst/>
          </a:prstGeom>
        </p:spPr>
      </p:pic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3DA515F7-EAF3-3B43-1170-9DE8FDA3C51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2741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38398396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57200" y="372745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BA79A55-E0B0-301F-AEF3-E07AAED537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8" name="Picture Placeholder 9">
            <a:extLst>
              <a:ext uri="{FF2B5EF4-FFF2-40B4-BE49-F238E27FC236}">
                <a16:creationId xmlns:a16="http://schemas.microsoft.com/office/drawing/2014/main" id="{90190C89-41AE-48D3-A6AA-4EE1A72781DF}"/>
              </a:ext>
            </a:extLst>
          </p:cNvPr>
          <p:cNvSpPr>
            <a:spLocks noGrp="1" noChangeAspect="1"/>
          </p:cNvSpPr>
          <p:nvPr>
            <p:ph type="pic" sz="quarter" idx="22" hasCustomPrompt="1"/>
          </p:nvPr>
        </p:nvSpPr>
        <p:spPr>
          <a:xfrm>
            <a:off x="3311087" y="1751834"/>
            <a:ext cx="2528798" cy="1785784"/>
          </a:xfrm>
          <a:prstGeom prst="roundRect">
            <a:avLst>
              <a:gd name="adj" fmla="val 1907"/>
            </a:avLst>
          </a:prstGeom>
          <a:solidFill>
            <a:srgbClr val="7D8B99"/>
          </a:solidFill>
          <a:ln w="19050"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  <p:sp>
        <p:nvSpPr>
          <p:cNvPr id="9" name="Picture Placeholder 9">
            <a:extLst>
              <a:ext uri="{FF2B5EF4-FFF2-40B4-BE49-F238E27FC236}">
                <a16:creationId xmlns:a16="http://schemas.microsoft.com/office/drawing/2014/main" id="{055A19CD-F521-C05A-A74B-1D374836707B}"/>
              </a:ext>
            </a:extLst>
          </p:cNvPr>
          <p:cNvSpPr>
            <a:spLocks noGrp="1" noChangeAspect="1"/>
          </p:cNvSpPr>
          <p:nvPr>
            <p:ph type="pic" sz="quarter" idx="24" hasCustomPrompt="1"/>
          </p:nvPr>
        </p:nvSpPr>
        <p:spPr>
          <a:xfrm>
            <a:off x="6063812" y="1751834"/>
            <a:ext cx="2528798" cy="1785784"/>
          </a:xfrm>
          <a:prstGeom prst="roundRect">
            <a:avLst>
              <a:gd name="adj" fmla="val 1907"/>
            </a:avLst>
          </a:prstGeom>
          <a:solidFill>
            <a:srgbClr val="7D8B99"/>
          </a:solidFill>
          <a:ln w="19050"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00B6EE63-87F9-354A-808B-2E1161A08B90}"/>
              </a:ext>
            </a:extLst>
          </p:cNvPr>
          <p:cNvSpPr>
            <a:spLocks noGrp="1" noChangeAspect="1"/>
          </p:cNvSpPr>
          <p:nvPr>
            <p:ph type="pic" sz="quarter" idx="23" hasCustomPrompt="1"/>
          </p:nvPr>
        </p:nvSpPr>
        <p:spPr>
          <a:xfrm>
            <a:off x="548837" y="1751834"/>
            <a:ext cx="2528798" cy="1785784"/>
          </a:xfrm>
          <a:prstGeom prst="roundRect">
            <a:avLst>
              <a:gd name="adj" fmla="val 1907"/>
            </a:avLst>
          </a:prstGeom>
          <a:solidFill>
            <a:srgbClr val="7D8B99"/>
          </a:solidFill>
          <a:ln w="19050"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</p:spTree>
    <p:extLst>
      <p:ext uri="{BB962C8B-B14F-4D97-AF65-F5344CB8AC3E}">
        <p14:creationId xmlns:p14="http://schemas.microsoft.com/office/powerpoint/2010/main" val="29231219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hoto-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icture Placeholder 44">
            <a:extLst>
              <a:ext uri="{FF2B5EF4-FFF2-40B4-BE49-F238E27FC236}">
                <a16:creationId xmlns:a16="http://schemas.microsoft.com/office/drawing/2014/main" id="{33B1D613-3C17-4B45-A295-22ECFFC1076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309242" y="0"/>
            <a:ext cx="3834758" cy="5143500"/>
          </a:xfrm>
          <a:prstGeom prst="rect">
            <a:avLst/>
          </a:prstGeom>
          <a:solidFill>
            <a:srgbClr val="7D8B99"/>
          </a:solidFill>
          <a:ln w="19050">
            <a:noFill/>
          </a:ln>
        </p:spPr>
        <p:txBody>
          <a:bodyPr vert="horz" lIns="182880" tIns="45720" rIns="640080" bIns="45720" rtlCol="0" anchor="ctr">
            <a:normAutofit/>
          </a:bodyPr>
          <a:lstStyle>
            <a:lvl1pPr marL="0" indent="0" algn="ctr">
              <a:tabLst>
                <a:tab pos="793750" algn="l"/>
              </a:tabLst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BB1D0AEC-73CC-84E8-F840-11185AE2CF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06B2C89A-7DEE-A516-76BE-2F221BA47A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4187952" cy="867930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6927413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mp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2B19DEC-3ADD-69FA-6AA8-79037850FB9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/>
          <a:stretch/>
        </p:blipFill>
        <p:spPr>
          <a:xfrm>
            <a:off x="3101498" y="1639177"/>
            <a:ext cx="2941004" cy="1390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9592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White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3">
            <a:extLst>
              <a:ext uri="{FF2B5EF4-FFF2-40B4-BE49-F238E27FC236}">
                <a16:creationId xmlns:a16="http://schemas.microsoft.com/office/drawing/2014/main" id="{BB8FECB1-ED1F-2443-A372-CBA3C4E042B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32605747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6250" y="137160"/>
            <a:ext cx="8193024" cy="868680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/>
          <a:p>
            <a:pPr marL="91438" lvl="0" indent="-91438" algn="ctr" defTabSz="914378" rtl="0" eaLnBrk="1" fontAlgn="auto" latinLnBrk="0" hangingPunct="1">
              <a:lnSpc>
                <a:spcPct val="90000"/>
              </a:lnSpc>
              <a:spcBef>
                <a:spcPts val="1200"/>
              </a:spcBef>
              <a:buClr>
                <a:schemeClr val="tx2"/>
              </a:buClr>
              <a:buNone/>
              <a:tabLst>
                <a:tab pos="741363" algn="l"/>
              </a:tabLst>
            </a:pPr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6250" y="1225899"/>
            <a:ext cx="8191500" cy="341754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320032" marR="0" lvl="0" indent="-320032" algn="l" defTabSz="914355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F38B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Click to edit Master text styles</a:t>
            </a:r>
          </a:p>
          <a:p>
            <a:pPr marL="685783" marR="0" lvl="1" indent="-320032" algn="l" defTabSz="914355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F38B00"/>
              </a:buClr>
              <a:buSzTx/>
              <a:buFont typeface="Arial" pitchFamily="34" charset="0"/>
              <a:buChar char="‒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Second level</a:t>
            </a:r>
          </a:p>
          <a:p>
            <a:pPr marL="1005815" marR="0" lvl="2" indent="-320032" algn="l" defTabSz="914355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F38B00"/>
              </a:buClr>
              <a:buSzTx/>
              <a:buFont typeface="Arial" pitchFamily="34" charset="0"/>
              <a:buChar char="•"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6902432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98" r:id="rId1"/>
    <p:sldLayoutId id="2147483672" r:id="rId2"/>
    <p:sldLayoutId id="2147483896" r:id="rId3"/>
    <p:sldLayoutId id="2147483897" r:id="rId4"/>
    <p:sldLayoutId id="2147483899" r:id="rId5"/>
    <p:sldLayoutId id="2147483681" r:id="rId6"/>
    <p:sldLayoutId id="2147483890" r:id="rId7"/>
    <p:sldLayoutId id="2147483694" r:id="rId8"/>
    <p:sldLayoutId id="2147483891" r:id="rId9"/>
    <p:sldLayoutId id="2147483892" r:id="rId10"/>
    <p:sldLayoutId id="2147483893" r:id="rId11"/>
    <p:sldLayoutId id="2147483888" r:id="rId12"/>
    <p:sldLayoutId id="2147483886" r:id="rId13"/>
    <p:sldLayoutId id="2147483894" r:id="rId14"/>
    <p:sldLayoutId id="2147483748" r:id="rId15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sldNum="0" hdr="0" dt="0"/>
  <p:txStyles>
    <p:titleStyle>
      <a:lvl1pPr marL="0" indent="0" algn="l" defTabSz="685783" rtl="0" eaLnBrk="1" latinLnBrk="0" hangingPunct="1">
        <a:spcBef>
          <a:spcPct val="0"/>
        </a:spcBef>
        <a:buNone/>
        <a:defRPr lang="en-US" sz="2800" b="1" kern="1200" spc="0" dirty="0">
          <a:solidFill>
            <a:srgbClr val="0F2E66"/>
          </a:solidFill>
          <a:latin typeface="Archivo" pitchFamily="2" charset="77"/>
          <a:ea typeface="+mn-ea"/>
          <a:cs typeface="Archivo" pitchFamily="2" charset="77"/>
        </a:defRPr>
      </a:lvl1pPr>
    </p:titleStyle>
    <p:bodyStyle>
      <a:lvl1pPr marL="0" marR="0" indent="0" algn="l" defTabSz="914355" rtl="0" eaLnBrk="1" fontAlgn="auto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rgbClr val="0F2E66"/>
        </a:buClr>
        <a:buSzTx/>
        <a:buFont typeface="Arial" panose="020B0604020202020204" pitchFamily="34" charset="0"/>
        <a:buNone/>
        <a:tabLst/>
        <a:defRPr lang="en-US" sz="1800" b="0" i="0" kern="1200" dirty="0" smtClean="0">
          <a:solidFill>
            <a:srgbClr val="0F2E66"/>
          </a:solidFill>
          <a:latin typeface="Archivo Light" pitchFamily="2" charset="77"/>
          <a:ea typeface="+mn-ea"/>
          <a:cs typeface="Archivo Light" pitchFamily="2" charset="77"/>
        </a:defRPr>
      </a:lvl1pPr>
      <a:lvl2pPr marL="365751" marR="0" indent="0" algn="l" defTabSz="914355" rtl="0" eaLnBrk="1" fontAlgn="auto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rgbClr val="0F2E66"/>
        </a:buClr>
        <a:buSzTx/>
        <a:buFont typeface="Arial" pitchFamily="34" charset="0"/>
        <a:buNone/>
        <a:tabLst/>
        <a:defRPr lang="en-US" sz="1800" b="0" i="0" kern="1200" dirty="0" smtClean="0">
          <a:solidFill>
            <a:srgbClr val="0F2E66"/>
          </a:solidFill>
          <a:latin typeface="Archivo Light" pitchFamily="2" charset="77"/>
          <a:ea typeface="+mn-ea"/>
          <a:cs typeface="Archivo Light" pitchFamily="2" charset="77"/>
        </a:defRPr>
      </a:lvl2pPr>
      <a:lvl3pPr marL="685783" marR="0" indent="0" algn="l" defTabSz="914355" rtl="0" eaLnBrk="1" fontAlgn="auto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rgbClr val="0F2E66"/>
        </a:buClr>
        <a:buSzTx/>
        <a:buFont typeface="Arial" pitchFamily="34" charset="0"/>
        <a:buNone/>
        <a:tabLst/>
        <a:defRPr lang="en-US" sz="1800" b="0" i="0" kern="1200" dirty="0" smtClean="0">
          <a:solidFill>
            <a:srgbClr val="0F2E66"/>
          </a:solidFill>
          <a:latin typeface="Archivo Light" pitchFamily="2" charset="77"/>
          <a:ea typeface="+mn-ea"/>
          <a:cs typeface="Archivo Light" pitchFamily="2" charset="77"/>
        </a:defRPr>
      </a:lvl3pPr>
      <a:lvl4pPr marL="1200120" indent="-171446" algn="l" defTabSz="685783" rtl="0" eaLnBrk="1" latinLnBrk="0" hangingPunct="1">
        <a:spcBef>
          <a:spcPct val="20000"/>
        </a:spcBef>
        <a:buClr>
          <a:srgbClr val="5D87A1"/>
        </a:buClr>
        <a:buFont typeface="Arial" pitchFamily="34" charset="0"/>
        <a:buChar char="–"/>
        <a:defRPr sz="1350" kern="1200">
          <a:solidFill>
            <a:schemeClr val="bg1">
              <a:lumMod val="50000"/>
            </a:schemeClr>
          </a:solidFill>
          <a:latin typeface="Arial" pitchFamily="34" charset="0"/>
          <a:ea typeface="+mn-ea"/>
          <a:cs typeface="Arial" pitchFamily="34" charset="0"/>
        </a:defRPr>
      </a:lvl4pPr>
      <a:lvl5pPr marL="1543012" indent="-171446" algn="l" defTabSz="685783" rtl="0" eaLnBrk="1" latinLnBrk="0" hangingPunct="1">
        <a:spcBef>
          <a:spcPct val="20000"/>
        </a:spcBef>
        <a:buClr>
          <a:srgbClr val="5D87A1"/>
        </a:buClr>
        <a:buFont typeface="Arial" pitchFamily="34" charset="0"/>
        <a:buChar char="»"/>
        <a:defRPr sz="1350" kern="1200">
          <a:solidFill>
            <a:schemeClr val="bg1">
              <a:lumMod val="50000"/>
            </a:schemeClr>
          </a:solidFill>
          <a:latin typeface="Arial" pitchFamily="34" charset="0"/>
          <a:ea typeface="+mn-ea"/>
          <a:cs typeface="Arial" pitchFamily="34" charset="0"/>
        </a:defRPr>
      </a:lvl5pPr>
      <a:lvl6pPr marL="1885903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795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686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577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89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783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675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566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457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348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24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13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Planning workshop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Sample deck for the Workday PPTX skill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6344" y="4535424"/>
            <a:ext cx="36576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0F2E66"/>
                </a:solidFill>
                <a:latin typeface="Archivo"/>
              </a:rPr>
              <a:t>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35808" y="4818888"/>
            <a:ext cx="30861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0">
                <a:solidFill>
                  <a:srgbClr val="0F2E66"/>
                </a:solidFill>
                <a:latin typeface="Archivo"/>
              </a:rPr>
              <a:t>Workday Confidential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35808" y="987552"/>
            <a:ext cx="3968496" cy="3749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1C98E8"/>
                </a:solidFill>
                <a:latin typeface="Archivo"/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35808" y="1335024"/>
            <a:ext cx="5129784" cy="2011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>
                <a:solidFill>
                  <a:srgbClr val="0F2E66"/>
                </a:solidFill>
                <a:latin typeface="Archivo"/>
              </a:rPr>
              <a:t>What we will cover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4" sz="quarter"/>
          </p:nvPr>
        </p:nvSpPr>
        <p:spPr/>
        <p:txBody>
          <a:bodyPr wrap="square"/>
          <a:lstStyle/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One idea per slide</a:t>
            </a:r>
          </a:p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Six bullets at most</a:t>
            </a:r>
          </a:p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Core palette first, secondary colors rarely</a:t>
            </a:r>
          </a:p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Archivo for titles, Archivo Light for body</a:t>
            </a:r>
          </a:p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Agree owners for each next step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the workshop covers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818888"/>
            <a:ext cx="30861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0">
                <a:solidFill>
                  <a:srgbClr val="7D8B99"/>
                </a:solidFill>
                <a:latin typeface="Archivo"/>
              </a:rPr>
              <a:t>Workday Confidential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t>Delivery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818888"/>
            <a:ext cx="30861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0">
                <a:solidFill>
                  <a:srgbClr val="7D8B99"/>
                </a:solidFill>
                <a:latin typeface="Archivo"/>
              </a:rPr>
              <a:t>Workday Confidential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694944"/>
            <a:ext cx="48463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1C98E8"/>
                </a:solidFill>
                <a:latin typeface="Archivo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93208" y="694944"/>
            <a:ext cx="3300984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>
                <a:solidFill>
                  <a:srgbClr val="0F2E66"/>
                </a:solidFill>
                <a:latin typeface="Archivo"/>
              </a:rPr>
              <a:t>Discover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93208" y="987552"/>
            <a:ext cx="3300984" cy="6949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0F2E66"/>
                </a:solidFill>
                <a:latin typeface="Archivo Light"/>
              </a:rPr>
              <a:t>Frame the problem, the users, and the outcome before anything is built.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1865376"/>
            <a:ext cx="48463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1C98E8"/>
                </a:solidFill>
                <a:latin typeface="Archivo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93208" y="1865376"/>
            <a:ext cx="3300984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>
                <a:solidFill>
                  <a:srgbClr val="0F2E66"/>
                </a:solidFill>
                <a:latin typeface="Archivo"/>
              </a:rPr>
              <a:t>Build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93208" y="2157984"/>
            <a:ext cx="3300984" cy="6949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0F2E66"/>
                </a:solidFill>
                <a:latin typeface="Archivo Light"/>
              </a:rPr>
              <a:t>Ship a thin slice, review it with the team, and keep the scope honest.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3035808"/>
            <a:ext cx="48463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1C98E8"/>
                </a:solidFill>
                <a:latin typeface="Archivo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93208" y="3035808"/>
            <a:ext cx="3300984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>
                <a:solidFill>
                  <a:srgbClr val="0F2E66"/>
                </a:solidFill>
                <a:latin typeface="Archivo"/>
              </a:rPr>
              <a:t>Adopt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93208" y="3328416"/>
            <a:ext cx="3300984" cy="6949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0F2E66"/>
                </a:solidFill>
                <a:latin typeface="Archivo Light"/>
              </a:rPr>
              <a:t>Train the people who will run it and measure whether they actually use 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Sample timeline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818888"/>
            <a:ext cx="30861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0">
                <a:solidFill>
                  <a:srgbClr val="7D8B99"/>
                </a:solidFill>
                <a:latin typeface="Archivo"/>
              </a:rPr>
              <a:t>Workday Confidential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25296"/>
          <a:ext cx="822960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chivo"/>
                        </a:rPr>
                        <a:t>Phase</a:t>
                      </a:r>
                    </a:p>
                  </a:txBody>
                  <a:tcPr>
                    <a:solidFill>
                      <a:srgbClr val="1C98E8"/>
                    </a:solidFill>
                    <a:lnL w="6350">
                      <a:solidFill>
                        <a:srgbClr val="1C98E8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1C98E8"/>
                      </a:solidFill>
                    </a:lnT>
                    <a:lnB w="190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chivo"/>
                        </a:rPr>
                        <a:t>Owner</a:t>
                      </a:r>
                    </a:p>
                  </a:txBody>
                  <a:tcPr>
                    <a:solidFill>
                      <a:srgbClr val="1C98E8"/>
                    </a:solidFill>
                    <a:lnL w="6350">
                      <a:solidFill>
                        <a:srgbClr val="1C98E8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1C98E8"/>
                      </a:solidFill>
                    </a:lnT>
                    <a:lnB w="190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chivo"/>
                        </a:rPr>
                        <a:t>Status</a:t>
                      </a:r>
                    </a:p>
                  </a:txBody>
                  <a:tcPr>
                    <a:solidFill>
                      <a:srgbClr val="1C98E8"/>
                    </a:solidFill>
                    <a:lnL w="6350">
                      <a:solidFill>
                        <a:srgbClr val="1C98E8"/>
                      </a:solidFill>
                    </a:lnL>
                    <a:lnR w="6350">
                      <a:solidFill>
                        <a:srgbClr val="1C98E8"/>
                      </a:solidFill>
                    </a:lnR>
                    <a:lnT w="6350">
                      <a:solidFill>
                        <a:srgbClr val="1C98E8"/>
                      </a:solidFill>
                    </a:lnT>
                    <a:lnB w="190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Discover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Research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Complete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Build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Product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In progress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Adopt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1270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Operations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1270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Next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12700">
                      <a:solidFill>
                        <a:srgbClr val="B6C1CC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Sample volume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818888"/>
            <a:ext cx="30861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0">
                <a:solidFill>
                  <a:srgbClr val="7D8B99"/>
                </a:solidFill>
                <a:latin typeface="Archivo"/>
              </a:rPr>
              <a:t>Workday Confidential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170432"/>
          <a:ext cx="8229600" cy="3383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3273552"/>
            <a:ext cx="6400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0">
                <a:solidFill>
                  <a:srgbClr val="FFFFFF"/>
                </a:solidFill>
                <a:latin typeface="Archivo"/>
              </a:rP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orkday Corporate Template">
  <a:themeElements>
    <a:clrScheme name="Workday Color Palette">
      <a:dk1>
        <a:srgbClr val="0F2E66"/>
      </a:dk1>
      <a:lt1>
        <a:srgbClr val="FFFFFF"/>
      </a:lt1>
      <a:dk2>
        <a:srgbClr val="0057AE"/>
      </a:dk2>
      <a:lt2>
        <a:srgbClr val="022043"/>
      </a:lt2>
      <a:accent1>
        <a:srgbClr val="1C98E8"/>
      </a:accent1>
      <a:accent2>
        <a:srgbClr val="9ECFFF"/>
      </a:accent2>
      <a:accent3>
        <a:srgbClr val="FEC10B"/>
      </a:accent3>
      <a:accent4>
        <a:srgbClr val="FDE65E"/>
      </a:accent4>
      <a:accent5>
        <a:srgbClr val="FFF3A8"/>
      </a:accent5>
      <a:accent6>
        <a:srgbClr val="FCF8E8"/>
      </a:accent6>
      <a:hlink>
        <a:srgbClr val="0057AE"/>
      </a:hlink>
      <a:folHlink>
        <a:srgbClr val="1C98E8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1F3F6"/>
        </a:solidFill>
        <a:ln>
          <a:noFill/>
        </a:ln>
      </a:spPr>
      <a:bodyPr rtlCol="0" anchor="ctr"/>
      <a:lstStyle>
        <a:defPPr algn="ctr">
          <a:defRPr sz="1600" dirty="0" smtClean="0">
            <a:solidFill>
              <a:schemeClr val="tx1"/>
            </a:solidFill>
            <a:latin typeface="Archivo" pitchFamily="2" charset="77"/>
            <a:cs typeface="Archivo" pitchFamily="2" charset="77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"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defRPr sz="1600" dirty="0" err="1" smtClean="0">
            <a:solidFill>
              <a:srgbClr val="0F2E66"/>
            </a:solidFill>
            <a:latin typeface="Archivo" pitchFamily="2" charset="77"/>
            <a:cs typeface="Archivo" pitchFamily="2" charset="77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" id="{94AC4E19-5132-0B4A-A8B4-6CF51BA76905}" vid="{6015AED2-9537-9F48-9143-8886FB9DE0C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Workday Corporate Template</Template>
  <Application>Microsoft PowerPoint</Application>
  <PresentationFormat>On-screen Show (16:9)</PresentationFormat>
  <Slides>0</Slides>
  <Notes>0</Notes>
  <HiddenSlides>0</HiddenSlides>
  <MMClips>0</MMClips>
  <ScaleCrop>false</ScaleCrop>
  <HeadingPairs>
    <vt:vector size="4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</vt:vector>
  </HeadingPairs>
  <TitlesOfParts>
    <vt:vector size="3" baseType="lpstr">
      <vt:lpstr>Archivo</vt:lpstr>
      <vt:lpstr>Archivo Light</vt:lpstr>
      <vt:lpstr>Workday Corporate Template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Planning workshop</dc:title>
  <dc:subject>On-brand PowerPoint template (masters and layouts only)</dc:subject>
  <dc:creator>Workday</dc:creator>
  <cp:keywords>Workday, brand, template</cp:keywords>
  <dc:description>Masters and layouts extracted from the Workday Corporate Template. Sample slide content removed.</dc:description>
  <cp:lastModifiedBy>Workday PPTX skill</cp:lastModifiedBy>
  <cp:revision>409</cp:revision>
  <dcterms:created xsi:type="dcterms:W3CDTF">2024-04-19T20:17:23Z</dcterms:created>
  <dcterms:modified xsi:type="dcterms:W3CDTF">2026-10-15T20:45:35Z</dcterms:modified>
  <cp:category>Template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0x010100EF8E4B2C7792304B8BE6A35C52DA097F</vt:lpwstr>
  </property>
</Properties>
</file>