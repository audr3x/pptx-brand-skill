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  <ns0:sldId id="262" ns1:id="rId14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Sheet1!$A$2:$A$5</c:f>
              <c:strCache>
                <c:ptCount val="4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FEC10B"/>
            </a:solidFill>
            <a:ln>
              <a:solidFill>
                <a:srgbClr val="FEC10B"/>
              </a:solidFill>
            </a:ln>
          </c:spPr>
          <c:cat>
            <c:strRef>
              <c:f>Sheet1!$A$2:$A$5</c:f>
              <c:strCache>
                <c:ptCount val="4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14</c:v>
                </c:pt>
                <c:pt idx="2">
                  <c:v>13</c:v>
                </c:pt>
                <c:pt idx="3">
                  <c:v>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Gradient and smile come from the Title Slide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Title layout. Title is drawn in the open field beside the 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and Content layout. Bullets use the layout list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Half-width title on the left. Numbered items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Only layout plus an on-brand table in the content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Column chart using Water Cooler then Lunch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Bumper Slide. Centered smile on Ink. Optional Paper caption.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Planning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deck for the Workday PPTX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35808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0F2E66"/>
                </a:solidFill>
                <a:latin typeface="Archivo"/>
              </a:rPr>
              <a:t>Workday Confidential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35808" y="987552"/>
            <a:ext cx="3968496" cy="3749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98E8"/>
                </a:solidFill>
                <a:latin typeface="Archivo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35808" y="1335024"/>
            <a:ext cx="5129784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2E66"/>
                </a:solidFill>
                <a:latin typeface="Archivo"/>
              </a:rPr>
              <a:t>What we will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One idea per slide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Six bullets at most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Core palette first, secondary colors rarely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Archivo for titles, Archivo Light for body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Agree owners for each next step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workshop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Delivery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Frame the problem, the users, and the outcome before anything is built.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Ship a thin slice, review it with the team, and keep the scope honest.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Adopt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Train the people who will run it and measure whether they actually use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Phase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Owner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Discover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Research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Complete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Build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Product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 progress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Adopt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Operations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Next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workshop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