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Go-live readiness by site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Northwind Traders deployment wave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France and Italy 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Lyon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France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Claire Martin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Marseille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France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Claire Martin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Turin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Italy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9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At risk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Paolo Greco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Milan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Italy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9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Paolo Greco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Spain and Portugal 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Seville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Spain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Lucia Ortega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Valencia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Spain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16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Blocked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Lucia Ortega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Porto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Portugal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Rui Costa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Braga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Portugal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23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Rui Costa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Belgium, Netherlands, and Austria 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Site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Country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Go-live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Lead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Ghent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Belgium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At risk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Anke Peeters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Antwerp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Belgium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Anke Peeters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Utrecht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Netherlands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9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Joris Bakker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Eindhoven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Netherlands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9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Joris Bakker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Graz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Austria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16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Blocked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Eva Huber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Linz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Austria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Mar 16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Ready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Eva Huber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Go-live readiness by site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