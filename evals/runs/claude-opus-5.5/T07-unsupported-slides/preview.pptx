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Small business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30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Litware sales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February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by segment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sample-phot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8063" r="8063"/>
          <a:stretch>
            <a:fillRect/>
          </a:stretch>
        </p:blipFill>
        <p:spPr/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Litware sales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