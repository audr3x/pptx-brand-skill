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  <ns0:sldId id="261" ns1:id="rId13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Adatum workforce planning program status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Update for the steering committee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Headcount plan approved for all 14 business units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Scenario modeling live in finance since September 8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Training completed by 85% of planners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Executive dashboard draft ready for review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Change champions named in every region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Budget is 4% under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in 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Contractor costs are not yet included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3 business units still use spreadsheets for hiring plans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Data quality issues in 2 legacy HR systems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Two open roles on the program team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Recruiting integration testing starts November 3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Next steering meeting on December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still open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Milestones completed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Milestone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Date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Kickoff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June 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Done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Requirements signed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July 14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Done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Design complete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August 22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Done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Build complete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October 10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Done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Milestones ahead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Milestone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Date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Integration test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November 3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Next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User testing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November 24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Planned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Training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December 8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Planned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Go live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January 12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Planned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Hypercare ends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February 20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Planned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Program close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March 6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Planned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Adatum workforce planning program status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