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Adatum workforce planning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Status update for the steering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open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Adatum workforce planning program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