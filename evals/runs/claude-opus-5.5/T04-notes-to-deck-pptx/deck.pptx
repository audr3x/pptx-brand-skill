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  <ns0:sldId id="263" ns1:id="rId15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Finance planning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Tailspin Toys, readout for the CFO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close takes 9 days today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Target is 5 days by the end of FY27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Finance leads agreed 3 workstreams to get there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Cut the close from 9 days to 5 by end of FY27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Each workstream has an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Intercompany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Automate intercompany reconciliation. Owner: Priya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Chart of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One standard chart of accounts across the 4 entities. Owner: Marco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Cash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 daily cash dashboard. Owner: Lena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in three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Months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Scope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to January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Reconciliation and chart of accounts design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February to April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Chart of accounts rollout and cash dashboard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May to June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and measuring close days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Brazil entity stays on the old ERP until March</a:t>
            </a:r>
          </a:p>
          <a:p>
            <a:pPr lvl="1" algn="l"/>
            <a:r>
              <a:rPr sz="1600" b="0">
                <a:solidFill>
                  <a:srgbClr val="0F2E66"/>
                </a:solidFill>
                <a:latin typeface="Archivo Light"/>
              </a:rPr>
              <a:t>Mitigation and owner: TODO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Audit freeze in January</a:t>
            </a:r>
          </a:p>
          <a:p>
            <a:pPr lvl="1" algn="l"/>
            <a:r>
              <a:rPr sz="1600" b="0">
                <a:solidFill>
                  <a:srgbClr val="0F2E66"/>
                </a:solidFill>
                <a:latin typeface="Archivo Light"/>
              </a:rPr>
              <a:t>Mitigation and owner: TODO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risks to the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Owner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Action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Due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Priya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Send the reconciliation scope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14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Book the chart of accounts review with controllers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TODO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Lena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Draft the cash dashboard mock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TODO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ask is $380k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CFO decides at the December steering meeting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Breakdown by workstream: TODO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for the CFO: $380k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planning workshop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