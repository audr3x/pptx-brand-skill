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  <ns0:sldId id="261" ns1:id="rId13"/>
    <ns0:sldId id="262" ns1:id="rId14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Tailspin Toys finance planning workshop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Faster close plan for the CFO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TODO: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Close takes 9 days today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Target is 5 days by end of FY27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Finance leads agreed 3 workstreams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Budget ask is $380k, CFO decides at Dec steering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Close takes 9 days, target is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t>Three workstreams, one owner 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94944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93208" y="694944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Intercompany recon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3208" y="987552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Automate intercompany reconciliation. Owner: Priya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65376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93208" y="1865376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Chart of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3208" y="2157984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One standard chart of accounts across the 4 entities. Owner: Marco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35808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3035808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Daily cash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3208" y="3328416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Daily view of cash. Owner: Lena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 in three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Phase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Months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Scope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Phase 1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Nov to Jan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Recon and COA design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Phase 2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Feb to Apr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COA rollout and dashboard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Phase 3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May to Jun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Hypercare, measure close days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Brazil entity stays on the old ERP until March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Audit freeze in January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risks to the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Priya sends recon scope by Nov 14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Marco books COA review with controllers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Lena drafts dashboard mock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CFO decides on the $380k budget at Dec steering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Budget decision at Dec steering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Tailspin Toys finance planning workshop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