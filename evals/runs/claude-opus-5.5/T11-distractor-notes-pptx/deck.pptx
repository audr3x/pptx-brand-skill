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HR transformation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update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61% of managers active in Workday this month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$1.42M spent of the $2.1M budget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214 open support tickets, down from 390 in June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Leeds, Porto, and Austin are live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program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Leeds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Denver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Moved to phase 3, not 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twice, third run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Confirm Denver phase 3 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Hana Ito, program lead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Omar Haddad, finance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Ruth Klein, HR ops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not set yet, Hana to send a date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Steering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HR transformation status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