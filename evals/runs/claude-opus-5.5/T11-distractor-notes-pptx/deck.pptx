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Fabrikam HR transformation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Steering committee update for the COO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61% of managers active in Workday this month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$1.42M spent of the $2.1M budget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214 open support tickets, down from 390 in June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Leeds, Porto, and Austin are live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program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Leeds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Live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Live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Live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Denver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Moved to phase 3, not live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Payroll parallel run failed twice, third run next week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Porto union consultation not started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open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Approve 2 extra payroll testers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Confirm Denver phase 3 timing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 for the COO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Hana Ito, program lead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Omar Haddad, finance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Ruth Klein, HR ops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Next steering not set yet, Hana to send a date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Steering committee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HR transformation status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