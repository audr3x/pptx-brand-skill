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enrollment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Dental moves to a new carrier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HSA employer match rises to $750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Enrollment happens fully in the Workday app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 this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enrollment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