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Manager training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Woodgrove Bank people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April 8,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Why we are training managers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The three tracks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Schedule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How to sign up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The three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Coaching 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Builds weekly 1:1 habits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Performance conversations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Practices feedback with role 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Leading through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Helps managers explain the new org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Track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Format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Weeks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Coaching basics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live virtual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1 to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Performance conversations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in person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 to 6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Leading through change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self-paced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7 to 8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Manager training kickoff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