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  <ns0:sldId id="261" ns1:id="rId13"/>
    <ns0:sldId id="262" ns1:id="rId14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Finance planning workshop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Tailspin Toys executive readout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November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Financial close currently takes 9 days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Target is 5 days by end of FY27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Budget request is $380k for finance transformation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CFO decision scheduled for December steering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Targeting a 5-day close by FY27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t>Three agreed workstreams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94944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93208" y="694944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Intercompany recon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93208" y="987552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Automate reconciliation across entities, owned by Priya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65376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3208" y="1865376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Chart of accounts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3208" y="2157984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Standardize COA across the 4 entities, owned by Marco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35808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3208" y="3035808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Cash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3328416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Build daily cash dashboard, owned by Lena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Phase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Timing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Scope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Phase 1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Nov-Jan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Recon and COA design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Phase 2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Feb-Apr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COA rollout and dashboard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Phase 3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May-Jun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Hypercare and measure close days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Brazil entity remains on legacy ERP until March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Audit freeze in January restricts system changes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risks to manage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Priya sends recon scope by November 14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Marco books COA review with controllers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Lena drafts cash dashboard mock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Immediate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 planning workshop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