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Q1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Sheet1!$A$2:$A$7</c:f>
              <c:strCache>
                <c:ptCount val="6"/>
                <c:pt idx="0">
                  <c:v>North America</c:v>
                </c:pt>
                <c:pt idx="1">
                  <c:v>Latin America</c:v>
                </c:pt>
                <c:pt idx="2">
                  <c:v>UK and Ireland</c:v>
                </c:pt>
                <c:pt idx="3">
                  <c:v>DACH</c:v>
                </c:pt>
                <c:pt idx="4">
                  <c:v>Nordics</c:v>
                </c:pt>
                <c:pt idx="5">
                  <c:v>APAC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-4.5</c:v>
                </c:pt>
                <c:pt idx="2">
                  <c:v>3</c:v>
                </c:pt>
                <c:pt idx="3">
                  <c:v>-0.8</c:v>
                </c:pt>
                <c:pt idx="4">
                  <c:v>7.25</c:v>
                </c:pt>
                <c:pt idx="5">
                  <c:v>-15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Q2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Sheet1!$A$2:$A$7</c:f>
              <c:strCache>
                <c:ptCount val="6"/>
                <c:pt idx="0">
                  <c:v>North America</c:v>
                </c:pt>
                <c:pt idx="1">
                  <c:v>Latin America</c:v>
                </c:pt>
                <c:pt idx="2">
                  <c:v>UK and Ireland</c:v>
                </c:pt>
                <c:pt idx="3">
                  <c:v>DACH</c:v>
                </c:pt>
                <c:pt idx="4">
                  <c:v>Nordics</c:v>
                </c:pt>
                <c:pt idx="5">
                  <c:v>APAC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</c:v>
                </c:pt>
                <c:pt idx="1">
                  <c:v>-2</c:v>
                </c:pt>
                <c:pt idx="2">
                  <c:v>5.5</c:v>
                </c:pt>
                <c:pt idx="3">
                  <c:v>1.2</c:v>
                </c:pt>
                <c:pt idx="4">
                  <c:v>-3</c:v>
                </c:pt>
                <c:pt idx="5">
                  <c:v>-11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Q3</c:v>
                </c:pt>
              </c:strCache>
            </c:strRef>
          </c:tx>
          <c:spPr>
            <a:solidFill>
              <a:srgbClr val="0057AE"/>
            </a:solidFill>
            <a:ln>
              <a:solidFill>
                <a:srgbClr val="0057AE"/>
              </a:solidFill>
            </a:ln>
          </c:spPr>
          <c:cat>
            <c:strRef>
              <c:f>Sheet1!$A$2:$A$7</c:f>
              <c:strCache>
                <c:ptCount val="6"/>
                <c:pt idx="0">
                  <c:v>North America</c:v>
                </c:pt>
                <c:pt idx="1">
                  <c:v>Latin America</c:v>
                </c:pt>
                <c:pt idx="2">
                  <c:v>UK and Ireland</c:v>
                </c:pt>
                <c:pt idx="3">
                  <c:v>DACH</c:v>
                </c:pt>
                <c:pt idx="4">
                  <c:v>Nordics</c:v>
                </c:pt>
                <c:pt idx="5">
                  <c:v>APAC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-6</c:v>
                </c:pt>
                <c:pt idx="1">
                  <c:v>0</c:v>
                </c:pt>
                <c:pt idx="2">
                  <c:v>8</c:v>
                </c:pt>
                <c:pt idx="3">
                  <c:v>2.4</c:v>
                </c:pt>
                <c:pt idx="4">
                  <c:v>-1.75</c:v>
                </c:pt>
                <c:pt idx="5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Open roles by region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Quarterly net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 change in open roles by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APAC turned positive in Q3 after two quarters of cuts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North America swung from growth to a net reduction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UK and Ireland grew every quarter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roles by region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