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-4.5</c:v>
                </c:pt>
                <c:pt idx="2">
                  <c:v>3</c:v>
                </c:pt>
                <c:pt idx="3">
                  <c:v>-0.8</c:v>
                </c:pt>
                <c:pt idx="4">
                  <c:v>7.25</c:v>
                </c:pt>
                <c:pt idx="5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-2</c:v>
                </c:pt>
                <c:pt idx="2">
                  <c:v>5.5</c:v>
                </c:pt>
                <c:pt idx="3">
                  <c:v>1.2</c:v>
                </c:pt>
                <c:pt idx="4">
                  <c:v>-3</c:v>
                </c:pt>
                <c:pt idx="5">
                  <c:v>-11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57AE"/>
            </a:solidFill>
            <a:ln>
              <a:solidFill>
                <a:srgbClr val="0057AE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-6</c:v>
                </c:pt>
                <c:pt idx="1">
                  <c:v>0</c:v>
                </c:pt>
                <c:pt idx="2">
                  <c:v>8</c:v>
                </c:pt>
                <c:pt idx="3">
                  <c:v>2.4</c:v>
                </c:pt>
                <c:pt idx="4">
                  <c:v>-1.75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roles by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net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change in open roles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APAC turned positive in Q3 after two quarters of cuts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North America swung from growth to a net reduction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UK and Ireland grew every quarter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by region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