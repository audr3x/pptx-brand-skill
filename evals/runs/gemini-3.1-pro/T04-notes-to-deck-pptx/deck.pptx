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Close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to decide in Dec steering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and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Agreed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Automate intercompany recon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Owner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Standard chart of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Across the 4 entities, owner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Daily cash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Owner 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Timing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+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+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Hypercare,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Entity in Brazil still on old ERP till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