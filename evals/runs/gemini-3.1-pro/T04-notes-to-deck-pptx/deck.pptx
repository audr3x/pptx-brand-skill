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  <ns0:sldId id="262" ns1:id="rId14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Tailspin Toys finance planning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Workshop readout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Close currently takes 9 days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Target is 5 days by end of FY27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Budget ask is $380k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CFO to decide in Dec steering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state and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Agreed workstreams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Automate intercompany recon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Owner Priya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Standard chart of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Across the 4 entities, owner Marco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Daily cash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Owner Lena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Phase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Timing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Scope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Phase 1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Nov-Jan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Recon + COA design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Phase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Feb-Apr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COA rollout + dashboard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Phase 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May-Jun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Hypercare, measure close days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Entity in Brazil still on old ERP till March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Audit freeze in Jan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Priya sends recon scope by Nov 14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Marco books COA review with controllers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Lena drafts dashboard mock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Tailspin Toys finance planning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