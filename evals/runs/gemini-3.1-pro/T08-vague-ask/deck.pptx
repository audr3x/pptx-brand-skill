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Contoso 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Q3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