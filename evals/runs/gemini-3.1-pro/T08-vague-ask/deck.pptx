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Contoso Q3 business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TODO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TODO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Contoso Q3 business review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