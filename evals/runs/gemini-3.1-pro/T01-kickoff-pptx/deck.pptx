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Northwind Health HR rollout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kickoff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Where we start and how we work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HR and payroll live for 4,200 employees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Benefits enrollment opens on January 5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Manager self-service in phase 2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Weekly status every Tuesday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How we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Steering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monthly decisions on scope and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Core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daily work across HR, IT, and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Change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30 champions across 6 sites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Health HR rollout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