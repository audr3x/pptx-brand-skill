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Small business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30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Litware sales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February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by segment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Team photo to be added manually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Litware sales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