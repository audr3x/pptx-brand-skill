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Manager training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Woodgrove Bank people leaders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April 8, 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Why we are training managers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The three tracks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Schedule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How to sign 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t>The three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94944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93208" y="694944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Coaching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3208" y="987552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Builds weekly 1:1 habits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65376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93208" y="1865376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Performance conversations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3208" y="2157984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Practices feedback with role play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35808"/>
            <a:ext cx="48463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1C98E8"/>
                </a:solidFill>
                <a:latin typeface="Archiv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3035808"/>
            <a:ext cx="3300984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>
                <a:solidFill>
                  <a:srgbClr val="0F2E66"/>
                </a:solidFill>
                <a:latin typeface="Archivo"/>
              </a:rPr>
              <a:t>Leading through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3208" y="3328416"/>
            <a:ext cx="3300984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0F2E66"/>
                </a:solidFill>
                <a:latin typeface="Archivo Light"/>
              </a:rPr>
              <a:t>Helps managers explain the new org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25296"/>
          <a:ext cx="8229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Track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Format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FFFFFF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chivo"/>
                        </a:rPr>
                        <a:t>Weeks</a:t>
                      </a:r>
                    </a:p>
                  </a:txBody>
                  <a:tcPr>
                    <a:solidFill>
                      <a:srgbClr val="1C98E8"/>
                    </a:solidFill>
                    <a:lnL w="6350">
                      <a:solidFill>
                        <a:srgbClr val="1C98E8"/>
                      </a:solidFill>
                    </a:lnL>
                    <a:lnR w="6350">
                      <a:solidFill>
                        <a:srgbClr val="1C98E8"/>
                      </a:solidFill>
                    </a:lnR>
                    <a:lnT w="6350">
                      <a:solidFill>
                        <a:srgbClr val="1C98E8"/>
                      </a:solidFill>
                    </a:lnT>
                    <a:lnB w="190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Coaching basics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Live virtual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1 to 3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Performance conversations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In person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4 to 6</a:t>
                      </a:r>
                    </a:p>
                  </a:txBody>
                  <a:tcPr>
                    <a:solidFill>
                      <a:srgbClr val="F1F3F6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6350">
                      <a:solidFill>
                        <a:srgbClr val="B6C1CC"/>
                      </a:solidFill>
                    </a:lnB>
                  </a:tcPr>
                </a:tc>
              </a:tr>
              <a:tr h="438912"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Leading through change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Self-paced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  <a:tc>
                  <a:txBody>
                    <a:bodyPr wrap="square" rIns="73152" tIns="73152" bIns="73152" anchor="ctr"/>
                    <a:lstStyle/>
                    <a:p>
                      <a:pPr algn="l"/>
                      <a:r>
                        <a:rPr sz="1100" b="0">
                          <a:solidFill>
                            <a:srgbClr val="0F2E66"/>
                          </a:solidFill>
                          <a:latin typeface="Archivo Light"/>
                        </a:rPr>
                        <a:t>7 to 8</a:t>
                      </a:r>
                    </a:p>
                  </a:txBody>
                  <a:tcPr>
                    <a:solidFill>
                      <a:srgbClr val="FCF8E8"/>
                    </a:solidFill>
                    <a:lnL w="6350">
                      <a:solidFill>
                        <a:srgbClr val="B6C1CC"/>
                      </a:solidFill>
                    </a:lnL>
                    <a:lnR w="6350">
                      <a:solidFill>
                        <a:srgbClr val="B6C1CC"/>
                      </a:solidFill>
                    </a:lnR>
                    <a:lnT w="6350">
                      <a:solidFill>
                        <a:srgbClr val="B6C1CC"/>
                      </a:solidFill>
                    </a:lnT>
                    <a:lnB w="12700">
                      <a:solidFill>
                        <a:srgbClr val="B6C1CC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Manager training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