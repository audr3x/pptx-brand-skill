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Fabrikam HR transformation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Steering committee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61% of managers active in Workday this month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Spent $1.42M of $2.1M budget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Sites live: Leeds, Porto, Austin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Denver moved to phase 3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214 open support tickets, down from 390 in June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Payroll parallel run failed twice, third run next week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Porto union consultation not started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Approve 2 extra payroll testers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Confirm Denver phase 3 timing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Asks for COO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Fabrikam HR transformation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