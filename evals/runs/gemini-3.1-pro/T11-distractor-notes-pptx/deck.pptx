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Spent $1.42M of $2.1M budget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Sites live: Leeds, Porto, Austin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Denver moved to phase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tickets, down from 390 in June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